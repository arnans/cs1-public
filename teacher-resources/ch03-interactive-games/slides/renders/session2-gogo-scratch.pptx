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programs run at the same time, so two tabs. Sensor values can be read on the LCD or in code.gogoboard.org.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program as Chapter 2. Testing in a text editor FIRST separates GoGo Board problems from Scratch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 focus is the #1 problem of this whole chapter. Repeat it until it sticks.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SESSION 2: CONNECTING GOGO BOARD TO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Make our sensor control a Scratch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 Chapter 2 we controlled existing games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 we build the game side too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Activity 3.2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Time: 45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4548225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454822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Materials: GoGo Board, button sensor, USB cable,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8" y="5989320"/>
            <a:ext cx="3198571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8" y="5989320"/>
            <a:ext cx="31985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Template: d.gogoboard.org/ch3-jump-game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2020024"/>
            <a:ext cx="4974336" cy="2726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atch-game-jump-obst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29752"/>
            <a:ext cx="4754880" cy="2507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Two Systems, One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Sensor → key → event →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Board side: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sensor detects something → sends a keyboard key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Scratch side: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"when key pressed" → game action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We program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both sides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321991"/>
            <a:ext cx="4958791" cy="24883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-dual-system-sensor-to-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431719"/>
            <a:ext cx="4739335" cy="22688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3.2 — Session 2: Connecting GoGo Board to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Setting Up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the GoGo Board via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code.gogoboard.org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 one browser tab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button sensor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an input port — check its value changes when pressed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scratch.mit.edu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second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3.2 — Session 2: Connecting GoGo Board to Scratch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GoGo Board Side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button is pressed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send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Space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in a text editor — does pressing the sensor type a space?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1585963"/>
            <a:ext cx="4684471" cy="377751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-if-button-send-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95691"/>
            <a:ext cx="4465015" cy="35580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3.2 — Session 2: Connecting GoGo Board to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Scratch Side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Open the jump game: d.gogoboard.org/ch3-jump-game — then "See Inside"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178558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7855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cat sprite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(not the barrel)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1508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99694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9694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1508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Build: when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space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key pressed → change y by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50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wait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0.5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change y by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-50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81533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1533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39896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with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keyboard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does the cat jump?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58284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63372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63372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8284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Green flag to start the game, then jump over the barrel with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sensor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the test results in Activity 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3.2 — Session 2: Connecting GoGo Board to Scratch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It Doesn't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Test in order — the order tells you which side is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Key arrives in a text editor? → GoGo Board side is fine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Keyboard jump works in Scratch? → Scratch side is fine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Both work but sensor doesn't jump? →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Click the Scratch window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keys go to the window in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3.2 — Session 2: Connecting GoGo Board to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One game, two programs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GoGo Board translates the physical world into keys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Scratch translates keys into game action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Each program is simple — the power is in connecting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Activity 3.2 — Session 2: Connecting GoGo Board to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Describe the chain from sensor press to the cat jumping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do we need programs on BOTH the GoGo Board and in Scratch?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3.2 — Session 2: Connecting GoGo Board to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
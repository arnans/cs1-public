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rompt" panose="00000500000000000000" pitchFamily="2" charset="-34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09AB1-6FBB-4139-B99E-260E96495348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AB27A-9819-4FA4-B569-49EA1050EFA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79468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ถ้าแป้นเหยียบจากกิจกรรมที่ 2 ยังอยู่ นำกลับมาใช้ได้เลย ทดสอบปุ่ม Space ในโปรแกรมแก้ไขข้อความก่อนเข้า Scratch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loudness อ่านค่าจากไมโครโฟน ตั้งแต่ 0 (เงียบ) ถึง 100 (ดังมาก) ส่วนนี้ต้องมีไมโครโฟนที่ใช้งานได้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เตรียมใจกับเสียงดัง เพราะเป็นส่วนหนึ่งของบทเรียน ถ้ากลุ่มรบกวนกัน ให้ทดสอบไมโครโฟนทีละกลุ่ม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หัวข้อ 3: เกมวิ่งแข่ง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เปลี่ยนเกมผู้เล่นคนเดียว</a:t>
            </a:r>
            <a:br/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เป็นเกมวิ่งแข่งสองคน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ผู้เล่น 1: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เหยียบ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เซ็นเซอร์เหยียบ → แมววิ่ง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ผู้เล่น 2: </a:t>
            </a:r>
            <a:r>
              <a:rPr sz="1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ตะโกน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ใส่ไมโครโฟน → ม้าวิ่ง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กิจกรรม 3.3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เวลา: 60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4773168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อุปกรณ์: GoGo Board เซ็นเซอร์แรงสั่น กระดาษแข็ง คอมพิวเตอร์ที่มีไมโครโฟน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8937" y="5989320"/>
            <a:ext cx="3123590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8937" y="5989320"/>
            <a:ext cx="312359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เทมเพลต: d.gogoboard.org/ch3-race-game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380105"/>
            <a:ext cx="4974336" cy="40063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cratch-race-game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89833"/>
            <a:ext cx="4754880" cy="3786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ตัวเกม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เปิด d.gogoboard.org/ch3-race-game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178558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17855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ธงเขียว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ม้าวิ่ง แต่แมวยังไม่วิ่ง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1508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299694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99694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21508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ลองปรับตัวเลื่อน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Horse Speed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มีอะไรเปลี่ยนไป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39896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381533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81533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39896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ชวนคิด: ทำไมแมวถึงไม่เคลื่อนที่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58284"/>
            <a:ext cx="11094415" cy="65379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463372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463372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58284"/>
            <a:ext cx="9951415" cy="6537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"See Inside"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จะเห็นว่าแมวยังไม่มีโค้ด นั่นคือหน้าที่ของเรา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 2 ข้อเกี่ยวกับเทมเพลตในกิจกรรม 3.3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3.3 — หัวข้อ 3: เกมวิ่งแข่ง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ส่วนที่ 1 — เซ็นเซอร์เหยียบ (25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ต่อ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เซ็นเซอร์แรงสั่น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เข้ากับพอร์ตอินพุต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ติดเซ็นเซอร์ไว้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ใต้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แผ่นกระดาษแข็ง ให้ตัวเซ็นเซอร์คว่ำลงแตะพื้น (เหมือนกิจกรรม 2.4)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 GoGo Board: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If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ตรวจจับแรงสั่นสะเทือน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then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ส่งปุ่ม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Download, Run แล้วทดสอบ ให้เหยียบบนกระดาษแข็ง ไม่ใช่บนตัวเซ็นเซอร์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117927"/>
            <a:ext cx="4684471" cy="27135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vibration-sensor-cardboard-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227655"/>
            <a:ext cx="4465015" cy="24941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3.3 — หัวข้อ 3: เกมวิ่งแข่ง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โปรแกรมของแมว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คลิก sprite แมว แล้วสร้าง: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when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space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key pressed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move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5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steps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next costume — ภาพเคลื่อนไหวขณะวิ่ง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ลองเปลี่ยน move เป็น 10 แล้วลอง 2 ค่าไหนเหมาะสมที่สุด บันทึกในกิจกรรม 3.3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1764952"/>
            <a:ext cx="4958791" cy="360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atch-cat-space-key-costume-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874680"/>
            <a:ext cx="4739335" cy="33829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3.3 — หัวข้อ 3: เกมวิ่งแข่ง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ส่วนที่ 2 — ไมโครโฟน (20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 sprite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ม้า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หาบล็อกคำสั่ง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move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ในลูป repeat until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ลากบล็อกคำสั่ง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loudness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จากหมวดหมู่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Sensing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ไปวางทับค่า Horse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กดธงเขียว แล้วตะโกนหรือปรบมือ ม้าจะเคลื่อนที่เมื่อมีเสียง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เว็บเบราว์เซอร์ขออนุญาตใช้ไมโครโฟน → คลิก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Allow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976919"/>
            <a:ext cx="4684471" cy="9956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cratch-horse-loudness-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086647"/>
            <a:ext cx="4465015" cy="7761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3.3 — หัวข้อ 3: เกมวิ่งแข่ง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ทำให้การแข่งยุติธรรม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ม้าเร็วเกินไป ต้องลดค่าลง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ใช้บล็อกคำสั่ง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หาร (÷)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จากหมวดหมู่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Operators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ใส่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loudness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ในช่องซ้าย ใส่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2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ในช่องขวา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นำทั้งหมดไปวางในบล็อก move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เพิ่มตัวหารจนความเร็วของม้าเหมาะสม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ค่าตัวหารที่เหมาะสมที่สุดคือเท่าไร บันทึกในกิจกรรม 3.3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3947" y="3013519"/>
            <a:ext cx="3238881" cy="11052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atch-horse-loudness-div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675" y="3123247"/>
            <a:ext cx="3019425" cy="885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3.3 — หัวข้อ 3: เกมวิ่งแข่ง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แข่งกันเลย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Prompt"/>
                <a:ea typeface="Prompt"/>
                <a:cs typeface="Prompt"/>
              </a:rPr>
              <a:t>เกมวิ่งแข่งแบบผู้เล่นสองคน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ผู้เล่น 1: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เหยียบบนกระดาษแข็ง → ควบคุมแมว (ผ่าน GoGo Board)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ผู้เล่น 2: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ตะโกน ปรบมือ หรือทำเสียงดัง → ควบคุมม้า (ผ่านไมโครโฟน)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ใครถึงเส้นชัยก่อนชนะ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3.3 — หัวข้อ 3: เกมวิ่งแข่ง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เราต่อยอดโปรแกรมของผู้อื่น</a:t>
            </a:r>
            <a:br/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โดยไม่ทำให้ระบบเดิมเสียหาย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อ่านโค้ดก่อน แก้เฉพาะที่จำเป็น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ไมโครโฟนก็คือเซ็นเซอร์ แต่ Scratch อ่านค่าได้โดยตรง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อินพุตจากคนละแหล่งมาพบกันในเกมเดียวกันได้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กิจกรรม 3.3 — หัวข้อ 3: เกมวิ่งแข่ง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3 ข้อในกิจกรรม 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แมวควบคุมด้วยอะไร ม้าควบคุมด้วยอะไร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อินพุตทั้งสองแบบเหมือนกันตรงไหน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Prompt"/>
                <a:ea typeface="Prompt"/>
                <a:cs typeface="Prompt"/>
              </a:rPr>
              <a:t>3.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แมวกับม้ารับอินพุตต่างกันอย่างไร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3.3 — หัวข้อ 3: เกมวิ่งแข่ง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673</Words>
  <Application>Microsoft Office PowerPoint</Application>
  <PresentationFormat>แบบจอกว้าง</PresentationFormat>
  <Paragraphs>85</Paragraphs>
  <Slides>9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9</vt:i4>
      </vt:variant>
    </vt:vector>
  </HeadingPairs>
  <TitlesOfParts>
    <vt:vector size="14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2026-07-08T08:19:57Z</dcterms:modified>
  <cp:category/>
</cp:coreProperties>
</file>
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rompt" panose="00000500000000000000" pitchFamily="2" charset="-3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4A501-4BD0-480C-8C15-C98B7E17C64F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93D7B-C1D1-420B-AF2D-C09C998E260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007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ตัดสินใจเรื่องบัญชีล่วงหน้า ถ้าไม่ลงชื่อเข้าใช้ งานจะหายเมื่อปิดแท็บ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หัวข้อ 1: ฝึกใช้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กิจกรรมที่ 3: มาเป็นนักสร้างเกมกัน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บทนี้: สร้างเกมใน Scratch </a:t>
            </a:r>
            <a:br/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แล้วควบคุมด้วยเซ็นเซอร์ GoGo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ออกแบบเกมด้วย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Scratch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ควบคุมเกมด้วย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วันนี้: เรียนรู้ Scratch ก่อน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กิจกรรม 3.1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เวลา: 45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2373782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237378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อุปกรณ์: คอมพิวเตอร์ บัญชี Scratch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1" y="5989320"/>
            <a:ext cx="199887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1" y="5989320"/>
            <a:ext cx="19988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เว็บแอป: scratch.mit.edu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373522"/>
            <a:ext cx="4974336" cy="40195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tudent-sensor-scratch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83250"/>
            <a:ext cx="4754880" cy="3800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เปิดใช้ Scratch (5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scratch.mit.edu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ในเว็บเบราว์เซอร์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ลงชื่อเข้าใช้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(หรือสมัครบัญชีฟรี) โปรเจกต์จะบันทึกเฉพาะเมื่อลงชื่อเข้าใช้แล้ว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Create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เพื่อเริ่มโปรเจกต์ใหม่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728762"/>
            <a:ext cx="4684471" cy="34919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ratch-interfac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38490"/>
            <a:ext cx="4465015" cy="3272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หน้าจอ Scratch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ส่วนประกอบ</a:t>
                      </a:r>
                    </a:p>
                  </a:txBody>
                  <a:tcPr marL="164592" marR="164592" anchor="ctr">
                    <a:solidFill>
                      <a:srgbClr val="9C27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หน้าที่</a:t>
                      </a:r>
                    </a:p>
                  </a:txBody>
                  <a:tcPr marL="164592" marR="164592" anchor="ctr">
                    <a:solidFill>
                      <a:srgbClr val="9C2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เวที (Stage)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พื้นที่แสดงผลการทำงานของโปรแกรม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รายการ sprite (Sprite list)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แสดงตัวละครทั้งหมดในโปรเจกต์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หมวดหมู่ของบล็อกคำสั่ง (Block palette)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ที่รวมบล็อกคำสั่งทั้งหมด จัดเรียงตามหมวดหมู่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พื้นที่เขียนโค้ด (Code area)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ที่สำหรับนำบล็อกมาต่อกันเป็นโปรแกรม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ศึกษา Sprite และบล็อกคำสั่ง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move 10 steps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(หมวด Motion) คลิกที่บล็อกเพื่อดูการทำงาน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say "Hello!"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(หมวด Looks)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play sound Meow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(หมวด Sound)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นำบล็อกมา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ต่อกัน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ลากบล็อกหนึ่งไปวางใต้อีกบล็อกหนึ่ง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คลิกที่ชุดบล็อก บล็อกจะทำงานจากบนลงล่าง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บล็อกคำสั่งไหนน่าสนใจที่สุด บันทึกในกิจกรรม 3.1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132" y="2522029"/>
            <a:ext cx="2838831" cy="19053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cratch-stacked-blocks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860" y="2631757"/>
            <a:ext cx="2619375" cy="1685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when _ key pressed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ที่หมวดหมู่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Events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when _ key pressed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แล้วเลือก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Up Arrow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ที่หมวดหมู่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Motion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change y by 10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มาต่อข้างใต้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กดปุ่มลูกศรขึ้น sprite จะขยับขึ้น (อย่าลืมคลิกที่ Stage ก่อน)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ทำซ้ำจนครบทั้งสี่ปุ่มลูกศร แล้วทดสอบทุกทิศทาง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เราใช้บล็อกคำสั่ง when _ key pressed ทั้งหมดกี่ตัว บันทึกในกิจกรรม 3.1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276845"/>
            <a:ext cx="4684471" cy="23957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cratch-four-arrow-key-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386573"/>
            <a:ext cx="4465015" cy="21762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เพิ่มรูปลักษณ์และเสียง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ทำให้ sprite น่าสนใจยิ่งขึ้น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เพิ่มบล็อกคำสั่ง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say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เพื่อให้ sprite พูดเมื่อเคลื่อนที่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เพิ่มบล็อกคำสั่ง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play sound _ until done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เพื่อใส่เสียงประกอบ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ลองเปลี่ยนรูปลักษณ์ของ sprite (คลิกแท็บ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Costumes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ใช้อย่างน้อยสองอย่างร่วมกับ when _ key 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เหตุการณ์ (event) ทำให้โปรแกรมมีปฏิสัมพันธ์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โปรแกรมไม่ได้ทำงานจากบนลงล่างครั้งเดียวจบแต่จะ</a:t>
            </a:r>
            <a:r>
              <a:rPr sz="18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รอ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ทุกครั้งที่เหตุการณ์เกิดขึ้น โค้ดจะทำงานอีกครั้ง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เหมือน forever + If บน GoGo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when _ key pressed ทำหน้าที่อะไร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การเขียนโปรแกรมใน Scratch คล้ายกับการเขียนโปรแกรมบน GoGo Board อย่างไร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3.1 — หัวข้อ 1: ฝึกใช้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Office PowerPoint</Application>
  <PresentationFormat>แบบจอกว้าง</PresentationFormat>
  <Paragraphs>78</Paragraphs>
  <Slides>8</Slides>
  <Notes>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3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2026-07-08T08:19:54Z</dcterms:modified>
  <cp:category/>
</cp:coreProperties>
</file>
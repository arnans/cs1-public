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rompt" panose="00000500000000000000" pitchFamily="2" charset="-34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17B31-E42E-426C-AE67-87DEAD9999A4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1340A-7EE3-4FD9-80AB-9C7999D2E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3405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สาธิตตัวอย่างข้อเสนอแนะที่ดีก่อน: "จังหวะกระโดดช้าไปตอนถังเร่งความเร็ว อาจลดเวลา wait" ดีกว่า "เกมดีแล้ว"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คุมเวลา 30 วินาทีอย่างเคร่งครัด ใช้นาฬิกาจับเวลาช่วย ทำให้กิจกรรมเดินเร็วและไม่กดดันกลุ่มที่ขี้อาย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หัวข้อ 5: โชว์ผลงานเกม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วันโชว์ผลงาน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นำเสนอเกมของเรา แล้วเล่นเกมของทุกกลุ่ม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จัดสถานีเกมของกลุ่มเรา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เล่นเกมของกลุ่มอื่น 2-3 เกม พร้อมให้ข้อเสนอแนะ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นำเสนอ 30 วินาที แล้วโหวต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กิจกรรม 3.5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เวลา: 45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3723436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3723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อุปกรณ์: เกมที่ทำเสร็จ GoGo Board เซ็นเซอร์ คอมพิวเตอร์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373522"/>
            <a:ext cx="4974336" cy="40195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tudent-sensor-scratch-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83250"/>
            <a:ext cx="4754880" cy="3800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เตรียมการ (5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จัดสถานีเกมให้พร้อม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เชื่อมต่อ GoGo Board และต่อเซ็นเซอร์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เปิดเกม Scratch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ทดลองเล่น 1 รอบ ทุกอย่างทำงานดีหรือไม่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00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เกมพร้อมเล่นแล้วหรือยัง บันทึกในกิจกรรม 3.5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3.5 — หัวข้อ 5: โชว์ผลงานเกม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ทดสอบเกม (20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เยี่ยมชมสถานีเกมของกลุ่มอื่น 2-3 กลุ่ม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เล่นเกมของกลุ่มอื่น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กรอกแบบฟอร์ม: ใช้เซ็นเซอร์กี่ตัว ชอบส่วนไหนของเกม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เขียน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ข้อเสนอแนะ 1 ข้อ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ที่เจาะจงและนำไปทำได้จริง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3.5 — หัวข้อ 5: โชว์ผลงานเกม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นำเสนอ 30 วินาที (10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แต่ละกลุ่มนำเสนอหน้าห้อง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ชื่อเกม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การทำงานของเซ็นเซอร์ที่ใช้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ส่วนไหนของเกมที่ทำยากที่สุด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เกมที่ยังไม่เสร็จก็นำเสนอได้: วางแผนอะไรไว้ ส่วนไหนใช้งานได้แล้ว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3.5 — หัวข้อ 5: โชว์ผลงานเกม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โหวต (5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สามหมวดหมู่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ใช้เซ็นเซอร์ได้สร้างสรรค์ที่สุด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สนุกที่สุด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ออกแบบเกมได้ดีที่สุด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บันทึกผลโหวตในกิจกรรม 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3.5 — หัวข้อ 5: โชว์ผลงานเกม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ทุกเกมในห้องนี้มีรูปแบบเดียวกัน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เซ็นเซอร์ → ปุ่ม → เหตุการณ์ → การกระทำ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สิ่งที่ต่างกันคือการต่อยอดความคิดสร้างสรรค์ของแต่ละคน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การอธิบายเหตุผลในการตัดสินใจก็สำคัญ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Prompt"/>
                <a:ea typeface="Prompt"/>
                <a:cs typeface="Prompt"/>
              </a:rPr>
              <a:t>กิจกรรม 3.5 — หัวข้อ 5: โชว์ผลงานเกม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2 ข้อในกิจกรรม 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เราได้เรียนรู้อะไรจากการเล่นเกมของกลุ่มอื่น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รูปแบบการเขียนโปรแกรมคู่ขนานสองระบบที่เราใช้ตลอดบทนี้คืออะไร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3.5 — หัวข้อ 5: โชว์ผลงานเกม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432</Words>
  <Application>Microsoft Office PowerPoint</Application>
  <PresentationFormat>แบบจอกว้าง</PresentationFormat>
  <Paragraphs>61</Paragraphs>
  <Slides>7</Slides>
  <Notes>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7</vt:i4>
      </vt:variant>
    </vt:vector>
  </HeadingPairs>
  <TitlesOfParts>
    <vt:vector size="12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2026-07-08T08:20:00Z</dcterms:modified>
  <cp:category/>
</cp:coreProperties>
</file>
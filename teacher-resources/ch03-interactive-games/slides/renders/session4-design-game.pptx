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Remixing is not the lesser option — reading and modifying existing code is its own skill, and often the faster route to a fun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scope tight: playable and explainable in about 2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discipline from Session 2: test each side separately, so failures point to one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SESSION 4: DESIGN OUR OWN GAME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Today's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Design and build our own sensor-controlled game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Today in class: </a:t>
            </a:r>
            <a:r>
              <a:rPr sz="1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plan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Building: homework or extra class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7408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Activity 3.4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69033" y="5989320"/>
            <a:ext cx="3123590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69033" y="5989320"/>
            <a:ext cx="312359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Time: 20 minutes in class + build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38927" y="5989320"/>
            <a:ext cx="4698187" cy="457200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38927" y="5989320"/>
            <a:ext cx="469818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Materials: GoGo Board, 2-4 sensors, paper and pen, computer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936174"/>
            <a:ext cx="4974336" cy="289421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game-design-sketch-on-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045902"/>
            <a:ext cx="4754880" cy="26747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Two Ways to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Remix, or build from scratch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Option 1 — Remix: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search Scratch for "arrow keys game", click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See Inside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, then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Remix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. Replace keyboard controls with sensors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Option 2 — New game: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catching game, maze, whack-a-mole, racing game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Either way: </a:t>
            </a:r>
            <a:r>
              <a:rPr sz="20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sign in first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so the project saves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3.4 — Session 4: Design Our Own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Available Sensors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0350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Mix and match — aim for 1-3 sensors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Button, limit switch, vibration sensor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Brightness sensor, potentiometer (dial)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GoGo Touch module (Chapter 2)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19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9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Built-in: accelerometer, lux 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93992" y="1623915"/>
            <a:ext cx="4958791" cy="388449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nsor-col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733643"/>
            <a:ext cx="4739335" cy="36650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3.4 — Session 4: Design Our Own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Plan on Paper (15 min)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Fill in the mapping table: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game action ← key ← sensor ← how it's used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Sketch the game screen — where are the sprites, what happens on each key?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Show the plan to the teacher before building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654296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The planning table and sketch space are in Activity 3.4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3.4 — Session 4: Design Our Own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 and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A1B9A"/>
                </a:solidFill>
                <a:latin typeface="Leelawadee UI"/>
                <a:ea typeface="Leelawadee UI"/>
                <a:cs typeface="Leelawadee UI"/>
              </a:rPr>
              <a:t>GoGo Board side first, then Scratch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2286000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228600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One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block per sensor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— each sends a different key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36392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3319272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31927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3136392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Test in a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text editor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: every sensor sends the right key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49808" y="4352544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352544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69664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Build the Scratch side — test with the </a:t>
            </a:r>
            <a:r>
              <a:rPr sz="17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keyboard</a:t>
            </a: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 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202936"/>
            <a:ext cx="11094415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" y="5385816"/>
            <a:ext cx="502920" cy="502920"/>
          </a:xfrm>
          <a:prstGeom prst="ellipse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5385816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202936"/>
            <a:ext cx="9951415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Connect the two — sensors last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3.4 — Session 4: Design Our Own Game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Leelawadee UI"/>
                <a:ea typeface="Leelawadee UI"/>
                <a:cs typeface="Leelawadee UI"/>
              </a:rPr>
              <a:t>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Plan before you build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7B1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The mapping table IS the game design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Clear on paper → buildable in code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▸  </a:t>
            </a:r>
            <a:r>
              <a:rPr sz="1800" b="0" i="0">
                <a:solidFill>
                  <a:srgbClr val="FFFFFF"/>
                </a:solidFill>
                <a:latin typeface="Leelawadee UI"/>
                <a:ea typeface="Leelawadee UI"/>
                <a:cs typeface="Leelawadee UI"/>
              </a:rPr>
              <a:t>Fuzzy on paper → fuzzy in 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Activity 3.4 — Session 4: Design Our Own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CE93D8"/>
                </a:solidFill>
                <a:latin typeface="Leelawadee UI"/>
                <a:ea typeface="Leelawadee UI"/>
                <a:cs typeface="Leelawade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9C27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Reflection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10896" indent="-310896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✎ Workbook — Answer the two reflection questions in Activity 3.4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1.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Why is it important to plan the game on paper before building it?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9C27B0"/>
                </a:solidFill>
                <a:latin typeface="Leelawadee UI"/>
                <a:ea typeface="Leelawadee UI"/>
                <a:cs typeface="Leelawadee UI"/>
              </a:rPr>
              <a:t>2.  </a:t>
            </a:r>
            <a:r>
              <a:rPr sz="2000" b="0" i="0">
                <a:solidFill>
                  <a:srgbClr val="333333"/>
                </a:solidFill>
                <a:latin typeface="Leelawadee UI"/>
                <a:ea typeface="Leelawadee UI"/>
                <a:cs typeface="Leelawadee UI"/>
              </a:rPr>
              <a:t>If we had more time, what would we add or change?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Activity 3.4 — Session 4: Design Our Own Game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Leelawadee UI"/>
                <a:ea typeface="Leelawadee UI"/>
                <a:cs typeface="Leelawadee UI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
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40C83-8A02-48CE-B3D6-7DF9CBEEFEA3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5AC56-581D-436B-A065-50546437F25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3817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"until done" เล่นเสียงจนจบ ส่วน play sound ธรรมดาอาจตัดเสียงกลางคัน ถ้านักเรียนถาม ให้ลองเทียบกันเอง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เสนอทางเลือกนี้ให้กลุ่มที่ทำครบ 3 เซ็นเซอร์แล้ว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สังเกตว่าใครทดสอบปุ่มในโปรแกรมแก้ไขข้อความก่อนโทษ Scratch วินัยการ Debug สองฝั่งนี้เป็นเกณฑ์หนึ่งในการให้คะแนน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6: ประเมินผล — เครื่องดนตรี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โจทย์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สร้างเครื่องดนตรี</a:t>
            </a:r>
            <a:br/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ที่ควบคุมด้วยเซ็นเซอร์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เซ็นเซอร์แต่ละตัวเล่น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เสียงต่างกัน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ใน Scratch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รูปแบบคู่ขนานสองระบบเดิม แต่จุดประสงค์ใหม่โดยสิ้นเชิง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874166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87416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ประเมินผล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69110" y="5989320"/>
            <a:ext cx="1399032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69110" y="5989320"/>
            <a:ext cx="13990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45-60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4446" y="5989320"/>
            <a:ext cx="4173321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4446" y="5989320"/>
            <a:ext cx="417332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GoGo Board เซ็นเซอร์ 3 ตัวขึ้นไป สาย USB คอมพิวเตอร์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435024"/>
            <a:ext cx="4974336" cy="38965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ensor-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44752"/>
            <a:ext cx="4754880" cy="3677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ข้อกำหนด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เครื่องดนตรีของเราต้องทำอะไรได้บ้าง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เซ็นเซอร์อย่างน้อย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3 ตัว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แต่ละตัวส่งปุ่มคนละปุ่ม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Board: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บล็อก 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หนึ่งตัวต่อเซ็นเซอร์หนึ่งตัว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when _ key pressed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สำหรับแต่ละปุ่ม แต่ละปุ่มเล่นเสียงต่างกัน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มี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การตอบสนองทางภาพ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เมื่อเสียงเล่น (เปลี่ยนชุดหรือเปลี่ยนสี)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ทำนองหรือจังหวะ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สั้น ๆ ให้เพื่อนในชั้นเรียนฟัง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เสียงอยู่ที่ไหน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Scratch มีคลังเสียงเครื่องดนตรีให้เลือก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คลิกแท็บ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Sounds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เพื่อเลือกและเพิ่มเสียง มีทั้งกลอง กีตาร์ เปียโน เบส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"play sound _ until done"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เพื่อเล่นเสียงจนจบเมื่อกดปุ่ม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เลือกเสียงต่างกันสำหรับแต่ละปุ่ม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ทางเลือกเสริม — เครื่องดนตรี GoGo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อยากได้ปุ่มเสียงเพิ่ม?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เซ็นเซอร์สัมผัส GoGo Touch (กิจกรรม 2.5) มีจุดสัมผัส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6 จุด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ต่อแผ่นสัมผัสกับวัสดุนำไฟฟ้าด้วยคีบปากจระเข้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กลองผลไม้ คีย์เปียโนจากฟอยล์ ปุ่มดินน้ำมัน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ลงมือทำ (30-35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วางแผน สร้างทั้งสองฝั่ง ทดสอบ แก้ไข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วางแผนการเชื่อมโยง: เซ็นเซอร์ → ปุ่ม → เสียง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ฝั่ง GoGo Board: บล็อก If หนึ่งตัวต่อเซ็นเซอร์ ทดสอบในโปรแกรมแก้ไขข้อความ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ฝั่ง Scratch: when _ key pressed → เล่นเสียง + การตอบสนองทางภาพ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Debug แบบหัวข้อ 2: ทดสอบทีละฝั่งแยกกัน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แสดงผลงาน (5-10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แสดงให้เพื่อนดู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แสดงทำนองหรือจังหวะสั้น 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อธิบาย: เซ็นเซอร์ตัวไหนเล่นเสียงอะไร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ส่วนไหนที่ทำยากที่สุด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สะท้อนคิดท้ายบท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เขียนคำตอบลงในใบงาน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การสร้างเครื่องดนตรีคล้ายกับการสร้างเกมอย่างไร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รูปแบบอะไรที่ใช้เหมือนกันทั้งในเกมและในเครื่องดนตรี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สรุปกิจกรรมที่ 3 — สิ่งที่เราได้เรียนรู้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Scratch ใช้เหตุการณ์ (event)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when _ key pressed รอจนกว่าจะมีการกดปุ่มจึงจะทำงาน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GoGo Board และ Scratch สื่อสารกันผ่านปุ่มบนแป้นพิมพ์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แป้นพิมพ์ USB พบกับเหตุการณ์ใน Scratch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3.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การเขียนโปรแกรมคู่ขนานสองระบบ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สองโปรแกรม สองระบบ ทำงานร่วมกัน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4.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อินพุตมาจากหลายแหล่งได้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เซ็นเซอร์ทางกายภาพ และไมโครโฟนที่ Scratch อ่านได้โดยตรง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5. 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การออกแบบเกมเริ่มต้นด้วยการวางแผน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ตารางเซ็นเซอร์-ปุ่ม-การกระทำบนกระดาษมาก่อน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ทักษะที่ได้เรียนรู้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ทำได้ครบทุกข้อหรือยัง?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 when _ key pressed ให้ sprite ตอบสนองต่อแป้นพิมพ์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เขียนโปรแกรม GoGo Board ส่งปุ่มเพื่อควบคุม Scratch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เชื่อมต่อสองระบบให้เป็นเกมที่ใช้งานได้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ดัดแปลงเกม Scratch ที่มีอยู่ด้วยเซ็นเซอร์และไมโครโฟน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วางแผนและสร้างโปรเจกต์เกมที่ใช้สองระบบ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☐  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นำเสนอผลงานและให้ข้อเสนอแนะที่สร้างสรรค์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ประเมินผล — หัวข้อ 6: ประเมินผล — เครื่องดนตรี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698</Words>
  <Application>Microsoft Office PowerPoint</Application>
  <PresentationFormat>แบบจอกว้าง</PresentationFormat>
  <Paragraphs>80</Paragraphs>
  <Slides>9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2026-07-08T08:20:02Z</dcterms:modified>
  <cp:category/>
</cp:coreProperties>
</file>
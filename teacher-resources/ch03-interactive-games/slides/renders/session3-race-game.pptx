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Reuse the pads from Chapter 2 if they survived. Test the space key in a text editor before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loudness reads the microphone: 0 (silent) to 100 (very loud). This part needs a working microphone.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 noise — it is part of the lesson. If groups interfere with each other, test microphones one group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SESSION 3: THE RUNNING RACE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Today's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Turn a one-player game </a:t>
            </a:r>
            <a:br/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into a two-player 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Player 1: </a:t>
            </a:r>
            <a:r>
              <a:rPr sz="1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stomps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on a step sensor → the Cat runs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Player 2: </a:t>
            </a:r>
            <a:r>
              <a:rPr sz="1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shouts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into the microphone → the Horse runs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7408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Activity 3.3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9033" y="598932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033" y="5989320"/>
            <a:ext cx="14740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Time: 60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349" y="5989320"/>
            <a:ext cx="5972860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349" y="5989320"/>
            <a:ext cx="59728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Materials: GoGo Board, vibration sensor, cardboard, computer with microphone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380105"/>
            <a:ext cx="4974336" cy="40063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atch-race-game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89833"/>
            <a:ext cx="4754880" cy="37868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Game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Open d.gogoboard.org/ch3-race-game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178558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17855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Press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green flag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the Horse runs, the Cat does not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1508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996946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9694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21508"/>
            <a:ext cx="9951415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Try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Horse Speed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slider — what changes?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39896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81533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81533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39896"/>
            <a:ext cx="9951415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Ask: why doesn't the Cat move?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58284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63372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63372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58284"/>
            <a:ext cx="9951415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Click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"See Inside"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the Cat has no code yet. That is our job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13832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13832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two questions about the template in Activity 3.3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3.3 — Session 3: The Running Race Game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Part 1 — The Step Sensor (25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vibration sensor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to an input 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Tape it to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underside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of the cardboard, sensor facing down (like Activity 2.4)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GoGo Board program: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If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vibration detected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then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send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Download, Run, test — step on the cardboard, not the sensor!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2117927"/>
            <a:ext cx="4684471" cy="271358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vibration-sensor-cardboard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227655"/>
            <a:ext cx="4465015" cy="24941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3.3 — Session 3: The Running Race Game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Cat's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Click the Cat sprite, then build: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when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space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key pressed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move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5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steps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next costume — running animation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94960"/>
            <a:ext cx="603504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5577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Try move = 10, then 2. What value works best? Record it in Activity 3.3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3992" y="1764952"/>
            <a:ext cx="4958791" cy="360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atch-cat-space-key-costume-p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874680"/>
            <a:ext cx="4739335" cy="33829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3.3 — Session 3: The Running Race Game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Part 2 — The Microphone (20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Click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Horse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sprite — find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move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block inside the repeat until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From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Sensing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, drag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loudness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on top of the Horse Speed value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Green flag, then shout or clap — the Horse moves on sound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Browser asks for microphone permission → click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Allow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2976919"/>
            <a:ext cx="4684471" cy="9956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cratch-horse-loudness-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3086647"/>
            <a:ext cx="4465015" cy="7761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3.3 — Session 3: The Running Race Game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Make the Race Fair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The Horse is too fast — scale it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Use the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divide (÷)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block from Operators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Put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loudness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on the left,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2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on the right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Drop the whole thing into the move block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Increase the divisor until the race feels fair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94960"/>
            <a:ext cx="603504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5577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What divisor worked best? Record it in Activity 3.3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53947" y="3013519"/>
            <a:ext cx="3238881" cy="110528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atch-horse-loudness-div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675" y="3123247"/>
            <a:ext cx="3019425" cy="885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3.3 — Session 3: The Running Race Game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Race!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The two-player 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Player 1: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stomps the cardboard → the Cat (via GoGo Board)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Player 2: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shouts, claps, makes noise → the Horse (via microphone)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Fastest to the finish line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3.3 — Session 3: The Running Race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Leelawadee UI"/>
                <a:ea typeface="Leelawadee UI"/>
                <a:cs typeface="Leelawadee UI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We built on someone else's program without breaking the existing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Read the code first, change only what you need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The microphone is a sensor too — Scratch reads it directly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Input can come from different sources and meet in one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Leelawadee UI"/>
                <a:ea typeface="Leelawadee UI"/>
                <a:cs typeface="Leelawadee UI"/>
              </a:rPr>
              <a:t>Activity 3.3 — Session 3: The Running Race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three reflection questions in Activity 3.3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Cat is controlled by...? The Horse is controlled by...?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is the same about both inputs?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3.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is different about how they receive input?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3.3 — Session 3: The Running Race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
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 the account approach beforehand. Without sign-in, work is lost when the tab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SESSION 1: HANDS-ON WITH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3 — We Become Game Creators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This chapter: build games in Scratch, </a:t>
            </a:r>
            <a:br/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controlled by GoGo Board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Design games in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Scratch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Control them with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sensors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Today: learn Scratch itself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Activity 3.1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Time: 45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297362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29736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Materials: Computer, Scratch 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9281" y="5989320"/>
            <a:ext cx="199887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9281" y="5989320"/>
            <a:ext cx="19988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Webapp: scratch.mit.edu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373522"/>
            <a:ext cx="4974336" cy="40195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udent-sensor-scratch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83250"/>
            <a:ext cx="4754880" cy="3800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Opening Scratch (5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scratch.mit.edu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 the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Sign in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(or create a free account) — projects only save when signed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Create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start a new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1728762"/>
            <a:ext cx="4684471" cy="34919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atch-interfac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838490"/>
            <a:ext cx="4465015" cy="32724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3.1 — Session 1: Hands-on with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Scratch Interface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/>
                <a:gridCol w="6878537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Area</a:t>
                      </a:r>
                    </a:p>
                  </a:txBody>
                  <a:tcPr anchor="ctr" marL="164592" marR="164592">
                    <a:solidFill>
                      <a:srgbClr val="9C27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What It Does</a:t>
                      </a:r>
                    </a:p>
                  </a:txBody>
                  <a:tcPr anchor="ctr" marL="164592" marR="164592">
                    <a:solidFill>
                      <a:srgbClr val="9C27B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Stage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Where the program output is displayed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Sprite list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All the characters in the project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Block palette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All programming blocks, organized by category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Code area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Where blocks are put together into a program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3.1 — Session 1: Hands-on with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Explore Sprites and Blocks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move 10 steps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(Motion) — click the block to run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say "Hello!"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(Looks)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sound Meow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(Sound)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Now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stack blocks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drag one under another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the stack — blocks run from top to bottom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Which block was most interesting? Record it in Activity 3.1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132" y="2522029"/>
            <a:ext cx="2838831" cy="19053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atch-stacked-blocks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860" y="2631757"/>
            <a:ext cx="2619375" cy="1685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3.1 — Session 1: Hands-on with Scratch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"When Key Pressed" Event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From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Events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drag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"when key pressed"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choose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Up Arrow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From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Motion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attach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"change y by 10"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underneath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the up arrow — the sprite moves up (click the Stage first!)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Repeat for all four arrow keys, then test all directions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How many "when key pressed" blocks did we use? — Activity 3.1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2276845"/>
            <a:ext cx="4684471" cy="23957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atch-four-arrow-key-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386573"/>
            <a:ext cx="4465015" cy="217629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3.1 — Session 1: Hands-on with Scratch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 Looks and Sound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Make the sprite more interesting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 a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"say"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so the sprite speaks when it moves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 a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"play sound until done"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for sound effects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Costumes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tab to change the sprite's appearance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Combine at least two of these with a "when key pressed"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3.1 — Session 1: Hands-on with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Events make programs interactive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program doesn't run once, top to bottom — it </a:t>
            </a:r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waits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Every time the event happens, the code runs again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Just like forever + If on the GoGo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Activity 3.1 — Session 1: Hands-on with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does the "when key pressed" block do?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is programming in Scratch similar to programming on the GoGo Board?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3.1 — Session 1: Hands-on with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
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one feedback example first: "the jump felt slow when the barrel sped up — maybe a shorter wait" beats "it's good".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30 seconds strict — a timer helps. It keeps things moving and makes presenting low-stakes.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SESSION 5: GAME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Showcase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Present our games, play everyone else's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Set up a game station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Play 2-3 other games and give feedback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30-second pitch, then voting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174089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7408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Activity 3.5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69033" y="5989320"/>
            <a:ext cx="1474012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69033" y="5989320"/>
            <a:ext cx="14740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Time: 45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9349" y="5989320"/>
            <a:ext cx="4548225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9349" y="5989320"/>
            <a:ext cx="454822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Materials: Completed games, GoGo Board, sensors, computer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48272" y="1373522"/>
            <a:ext cx="4974336" cy="40195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tudent-sensor-scratch-g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483250"/>
            <a:ext cx="4754880" cy="38000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Setup (5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Get the station 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286000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Connect the GoGo Board and attach the sensors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36392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3319272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3192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36392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Open the Scratch game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9664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4352544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3525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69664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One test run — does everything work?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40096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340096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Game ready to play? Check it off in Activity 3.5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3.5 — Session 5: Game Showcase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Play Testing (20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Visit 2-3 other stations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286000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Play the group's game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36392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3319272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3192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36392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Fill in the feedback form: sensors used, what we liked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9664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4352544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3525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69664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Write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one suggestion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for improvement — specific and actionable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3.5 — Session 5: Game Showcase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30-Second Pitch 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Each group presents to the class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Game name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How the sensors work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hardest part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Unfinished games present too: what was planned, what works so far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3.5 — Session 5: Game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Voting (5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Three categories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Most creative sensor use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Most fun to play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Best game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86400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86400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Record the votes in Activity 3.5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3.5 — Session 5: Game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4484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C107"/>
                </a:solidFill>
                <a:latin typeface="Leelawadee UI"/>
                <a:ea typeface="Leelawadee UI"/>
                <a:cs typeface="Leelawadee UI"/>
              </a:rPr>
              <a:t>KEY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7135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Every game here is the same 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09647" y="3931920"/>
            <a:ext cx="7772400" cy="2103120"/>
          </a:xfrm>
          <a:prstGeom prst="roundRect">
            <a:avLst>
              <a:gd name="adj" fmla="val 10000"/>
            </a:avLst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58287" y="4297680"/>
            <a:ext cx="66751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Sensor → key → event → action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What differs is how each group builds on it creatively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Explaining the reasoning behind our decisions matters too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CE93D8"/>
                </a:solidFill>
                <a:latin typeface="Leelawadee UI"/>
                <a:ea typeface="Leelawadee UI"/>
                <a:cs typeface="Leelawadee UI"/>
              </a:rPr>
              <a:t>Activity 3.5 — Session 5: Game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CE93D8"/>
                </a:solidFill>
                <a:latin typeface="Leelawadee UI"/>
                <a:ea typeface="Leelawadee UI"/>
                <a:cs typeface="Leelawade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Reflection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Answer the two reflection questions in Activity 3.5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96313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1.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What did we learn from playing other groups' games?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2.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What is the dual-system pattern we used throughout this chapter?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3.5 — Session 5: Game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
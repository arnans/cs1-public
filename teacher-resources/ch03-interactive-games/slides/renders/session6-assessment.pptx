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"until done" plays the whole sound; the plain "play sound" block can cut off. Let students discover the difference if they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this to groups that finish the 3-sensor requirement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who tests the key in a text editor before blaming Scratch — that two-sided debugging discipline is a rubric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SESSION 6: ASSESSMENT — MUSICAL INSTRUMENT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Build a musical instrument controlled by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Each sensor plays a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different sound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in Scratch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Same dual-system pattern — completely different purpose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698955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6989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Time: 45-60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4331" y="5989320"/>
            <a:ext cx="4323283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4331" y="5989320"/>
            <a:ext cx="4323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Materials: GoGo Board, 3+ sensors, USB cable, 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435024"/>
            <a:ext cx="4974336" cy="38965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nsor-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44752"/>
            <a:ext cx="4754880" cy="36770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What the instrument must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At least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3 sensors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each sending a different key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GoGo Board: one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 block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per sensor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Scratch: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"when key pressed"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for each key — each plays a different sound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Visual feedback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when a sound plays (costume or color change)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Perform a short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melody or rhythm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for the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Musical Instrument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Where the Sounds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Scratch has a whole instrument library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the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Sounds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tab to browse and add sounds — drums, guitar, piano, bass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"play sound [name] until done"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for a full sound per key press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Pick a different sound for each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Musical Instrument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Optional — GoGo Touch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Want more keys?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GoGo Touch (Activity 2.5) has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6 touch inputs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Extend the pads with alligator clips to conductive materials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Fruit drums, foil piano keys, play-doh buttons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Musical Instrument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Work Time (30-35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Plan, build both sides, test, debug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Plan the mapping: sensor → key → sound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GoGo Board side: one If block per sensor — test in a text editor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Scratch side: when key pressed → play sound + visual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Debug like Session 2: test each side separately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Musical Instrument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Perform (5-10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Show the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Perform a short melody or rhythm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Explain: which sensor plays which sound?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was the hardest part?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Musical Instrument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Write your answers on the task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is building a musical instrument similar to building a game?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the same pattern used in both the game and the instrument?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Musical Instrument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3 Summary — What We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Scratch uses events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"when key pressed" waits for a key before running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GoGo Board and Scratch communicate through keys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USB keyboard meets Scratch events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3.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Dual-system programming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two programs, two systems, working together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4.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Input comes from many sources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physical sensors, and the microphone Scratch reads directly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5.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Game design starts with planning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the sensor-key-action map on paper comes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Musical Instrument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Skills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Can you do all of these?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"when key pressed" to make a sprite respond to the keyboard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Program the GoGo Board to send keys that control Scratch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two systems into a working game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Modify an existing Scratch game with sensor and microphone input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Plan and build an original dual-system project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Present a project and give constructive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Musical Instrument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
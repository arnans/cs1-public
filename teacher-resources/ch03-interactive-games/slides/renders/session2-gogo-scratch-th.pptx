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Prompt" panose="00000500000000000000" pitchFamily="2" charset="-34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A6570E-32A9-44BE-A117-7842DA79F7FD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486583-4F08-491D-865F-34D7227CF1B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24640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โปรแกรมสองตัวทำงานพร้อมกัน จึงต้องใช้สองแท็บ ดูค่าเซ็นเซอร์ได้บนจอ LCD หรือบน code.gogoboard.org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โปรแกรมแบบเดียวกับกิจกรรมที่ 2 การทดสอบในโปรแกรมแก้ไขข้อความก่อน ช่วยแยกปัญหาฝั่ง GoGo Board ออกจากฝั่ง Scratch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โฟกัสของหน้าต่างคือปัญหาอันดับหนึ่งของทั้งบทนี้ ย้ำจนนักเรียนจำได้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หัวข้อ 2: เชื่อมต่อ GOGO BOARD กับ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เป้าหมายวันนี้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ใช้เซ็นเซอร์ของเราควบคุมเกม Scratch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ในกิจกรรมที่ 2 เราควบคุมเกมสำเร็จรูป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วันนี้เราสร้างฝั่งเกมเองด้วย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กิจกรรม 3.2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19072" y="5989320"/>
            <a:ext cx="117408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เวลา: 45 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9465" y="5989320"/>
            <a:ext cx="3648456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9465" y="5989320"/>
            <a:ext cx="36484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อุปกรณ์: GoGo Board เซ็นเซอร์ปุ่ม สาย USB คอมพิวเตอร์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34225" y="5989320"/>
            <a:ext cx="3123590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4225" y="5989320"/>
            <a:ext cx="312359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เทมเพลต: d.gogoboard.org/ch3-jump-game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2020024"/>
            <a:ext cx="4974336" cy="2726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cratch-game-jump-obst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129752"/>
            <a:ext cx="4754880" cy="25070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สองระบบ หนึ่งเกม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เซ็นเซอร์ → ปุ่ม → เหตุการณ์ → การกระทำ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GoGo Board: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เซ็นเซอร์ตรวจจับ → ส่งปุ่มที่กด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Scratch: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when _ key pressed รับปุ่มแล้วสั่งงานเกม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เราเขียนโปรแกรม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ทั้งสองฝั่ง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2321991"/>
            <a:ext cx="4958791" cy="248833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agram-dual-system-sensor-to-scr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431719"/>
            <a:ext cx="4739335" cy="22688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3.2 — หัวข้อ 2: เชื่อมต่อ GoGo Board กับ Scratch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เตรียมการ (10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เชื่อมต่อ GoGo Board ผ่าน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USB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เปิด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code.gogoboard.org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ในแท็บแรก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ต่อ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เซ็นเซอร์ปุ่ม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เข้ากับพอร์ตอินพุต ตรวจสอบว่าค่าเปลี่ยนเมื่อกด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เปิด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scratch.mit.edu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ใน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แท็บที่สอง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3.2 — หัวข้อ 2: เชื่อมต่อ GoGo Board กับ Scratch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เขียนโปรแกรมสำหรับ GoGo Board (10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สร้าง: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If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กดปุ่ม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then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ส่งปุ่ม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Download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และ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ทดสอบในโปรแกรมแก้ไขข้อความ กดเซ็นเซอร์แล้วมี space พิมพ์ออกมาหรือไม่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68312" y="1585963"/>
            <a:ext cx="4684471" cy="377751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ode-if-button-send-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695691"/>
            <a:ext cx="4465015" cy="35580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3.2 — หัวข้อ 2: เชื่อมต่อ GoGo Board กับ Scratch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เขียนโปรแกรมสำหรับ Scratch (15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เปิดเกมกระโดด: d.gogoboard.org/ch3-jump-game แล้วคลิก "See Inside"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178558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17855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653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คลิกที่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sprite แมว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(อย่ากดเลือกถัง)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1508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8" y="2996946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99694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21508"/>
            <a:ext cx="9951415" cy="653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สร้าง: when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space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key pressed → change y by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50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→ wait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0.5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→ change y by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-50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39896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8" y="381533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381533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39896"/>
            <a:ext cx="9951415" cy="653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ทดสอบด้วย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แป้นพิมพ์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แมวกระโดดหรือไม่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58284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9808" y="463372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463372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58284"/>
            <a:ext cx="9951415" cy="653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กดธงเขียวเริ่มเกม แล้วใช้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เซ็นเซอร์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กระโดดข้ามถัง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13832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513832"/>
            <a:ext cx="10637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บันทึกผลการทดสอบในกิจกรรม 3.2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3.2 — หัวข้อ 2: เชื่อมต่อ GoGo Board กับ Scratch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ถ้ายังไม่ทำงาน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ทดสอบตามลำดับ ลำดับจะบอกว่าฝั่งไหนพัง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ปุ่มทำงานในโปรแกรมแก้ไขข้อความ? → ฝั่ง GoGo Board ปกติดี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กดแป้นพิมพ์แล้วแมวกระโดด? → ฝั่ง Scratch ปกติดี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ทั้งสองฝั่งปกติดีแต่เซ็นเซอร์ไม่ทำงาน? →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คลิกหน้าต่าง Scratch</a:t>
            </a:r>
            <a:br/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เพราะปุ่มจะไปเข้าหน้าต่างที่กำลังเปิดใช้งานอยู่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3.2 — หัวข้อ 2: เชื่อมต่อ GoGo Board กับ Scratch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Prompt"/>
                <a:ea typeface="Prompt"/>
                <a:cs typeface="Prompt"/>
              </a:rPr>
              <a:t>ประเด็นสำคัญ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หนึ่งเกม สองโปรแกรม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GoGo Board แปลโลกกายภาพให้เป็นปุ่ม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Scratch แปลปุ่มให้เป็นการกระทำในเกม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แต่ละโปรแกรมเรียบง่าย พลังอยู่ที่การเชื่อมต่อกัน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E93D8"/>
                </a:solidFill>
                <a:latin typeface="Prompt"/>
                <a:ea typeface="Prompt"/>
                <a:cs typeface="Prompt"/>
              </a:rPr>
              <a:t>กิจกรรม 3.2 — หัวข้อ 2: เชื่อมต่อ GoGo Board กับ Scratch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E93D8"/>
                </a:solidFill>
                <a:latin typeface="Prompt"/>
                <a:ea typeface="Prompt"/>
                <a:cs typeface="Promp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มาสะท้อนคิดกัน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ตอบคำถามสะท้อนคิด 2 ข้อในกิจกรรม 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อธิบายขั้นตอนการทำงานตั้งแต่กดเซ็นเซอร์จนถึงแมวกระโดด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2.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ทำไมเราจึงต้องเขียนโปรแกรมทั้งบน GoGo Board และใน Scratch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3.2 — หัวข้อ 2: เชื่อมต่อ GoGo Board กับ Scratch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567</Words>
  <Application>Microsoft Office PowerPoint</Application>
  <PresentationFormat>แบบจอกว้าง</PresentationFormat>
  <Paragraphs>72</Paragraphs>
  <Slides>8</Slides>
  <Notes>3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8</vt:i4>
      </vt:variant>
    </vt:vector>
  </HeadingPairs>
  <TitlesOfParts>
    <vt:vector size="13" baseType="lpstr">
      <vt:lpstr>Prompt</vt:lpstr>
      <vt:lpstr>Arial</vt:lpstr>
      <vt:lpstr>Calibri</vt:lpstr>
      <vt:lpstr>Aptos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ARNAN SIPITAKIAT</cp:lastModifiedBy>
  <cp:revision>2</cp:revision>
  <dcterms:created xsi:type="dcterms:W3CDTF">2013-01-27T09:14:16Z</dcterms:created>
  <dcterms:modified xsi:type="dcterms:W3CDTF">2026-07-08T08:19:56Z</dcterms:modified>
  <cp:category/>
</cp:coreProperties>
</file>
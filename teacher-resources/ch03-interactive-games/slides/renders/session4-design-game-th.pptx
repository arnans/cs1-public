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Prompt" panose="00000500000000000000" pitchFamily="2" charset="-34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ECD181-55E9-425F-BD3A-AFA16F5E3979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6265D-2201-4ED6-8B55-8500878E8F4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398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การแก้ไขเกมที่มีอยู่ไม่ใช่ทางเลือกชั้นสอง การอ่านและดัดแปลงโค้ดของคนอื่นเป็นทักษะของตัวเอง และมักไปถึงเกมที่สนุกได้เร็วกว่า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คุมขอบเขตให้แคบ: เกมควรเล่นได้และอธิบายให้เพื่อนฟังได้ภายในประมาณ 2 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นี่คือวินัยจากหัวข้อ 2: ทดสอบทีละฝั่งแยกกัน เพื่อให้ปัญหาชี้ไปที่ฝั่งเดียว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หัวข้อ 4: ออกแบบเกมเอง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เป้าหมายวันนี้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ออกแบบและสร้างเกม</a:t>
            </a:r>
            <a:br/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ที่ควบคุมด้วยเซ็นเซอร์ของเราเอง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วันนี้ในคาบ: </a:t>
            </a:r>
            <a:r>
              <a:rPr sz="1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วางแผน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การสร้างเกม: การบ้านหรือชั่วโมงเรียนเพิ่มเติม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กิจกรรม 3.4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3123590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312359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เวลา: ในชั้นเรียน 20 นาที + เวลาสร้างเพิ่มเติม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8966" y="5989320"/>
            <a:ext cx="4548225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8966" y="5989320"/>
            <a:ext cx="454822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อุปกรณ์: GoGo Board เซ็นเซอร์ 2-4 ตัว กระดาษและปากกา คอมพิวเตอร์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936174"/>
            <a:ext cx="4974336" cy="28942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ame-design-sketch-on-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45902"/>
            <a:ext cx="4754880" cy="26747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สองแนวทาง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แก้ไขเกมที่มีอยู่ หรือออกแบบเกมใหม่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แนวทางที่ 1 — แก้ไขเกมที่มีอยู่: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ค้นหา "arrow keys game" ใน Scratch คลิก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See Inside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แล้วคลิก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Remix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เปลี่ยนการควบคุมด้วยแป้นพิมพ์เป็นเซ็นเซอร์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แนวทางที่ 2 — ออกแบบเกมใหม่: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เกมรับของ เกมเขาวงกต เกมตีตัวตุ่น เกมแข่งรถ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ไม่ว่าทางไหน: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ลงชื่อเข้าใช้ก่อน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เพื่อให้โปรเจกต์บันทึกอัตโนมัติ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3.4 — หัวข้อ 4: ออกแบบเกมเอง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เซ็นเซอร์ที่ใช้ได้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เลือกผสมกันได้ แนะนำ 1-3 ตัว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เซ็นเซอร์ปุ่ม ลิมิตสวิตช์ เซ็นเซอร์แรงสั่น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เซ็นเซอร์แสง โพเทนชิโอมิเตอร์ (แกนหมุน)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โมดูล GoGo Touch (จากกิจกรรมที่ 2)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เซ็นเซอร์ในตัว: ความเร่งและแสง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1623915"/>
            <a:ext cx="4958791" cy="388449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nsor-coll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733643"/>
            <a:ext cx="4739335" cy="36650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3.4 — หัวข้อ 4: ออกแบบเกมเอง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วางแผนบนกระดาษ (15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เติมตารางเชื่อมโยง: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การกระทำในเกม ← ปุ่ม ← เซ็นเซอร์ ← วิธีใช้งาน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วาดภาพหน้าจอเกม sprite อยู่ตรงไหน กดแต่ละปุ่มแล้วเกิดอะไรขึ้น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ให้คุณครูดูแผนก่อนเริ่มสร้าง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54296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54296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ตารางวางแผนและพื้นที่วาดภาพอยู่ในกิจกรรม 3.4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3.4 — หัวข้อ 4: ออกแบบเกมเอง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สร้างและทดสอบ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ฝั่ง GoGo Board ก่อน แล้วจึงเริ่มฝั่ง Scratch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 If หนึ่งตัวต่อเซ็นเซอร์หนึ่งตัว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แต่ละตัวส่งปุ่มคนละปุ่ม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ทดสอบใน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โปรแกรมแก้ไขข้อความ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: ทุกเซ็นเซอร์ส่งปุ่มที่ตั้งไว้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สร้างฝั่ง Scratch ทดสอบด้วย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แป้นพิมพ์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ก่อน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02936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9808" y="5385816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53858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02936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เชื่อมสองฝั่งเข้าด้วยกัน เซ็นเซอร์มาทีหลังสุด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3.4 — หัวข้อ 4: ออกแบบเกมเอง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Prompt"/>
                <a:ea typeface="Prompt"/>
                <a:cs typeface="Prompt"/>
              </a:rPr>
              <a:t>ประเด็นสำคัญ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วางแผนก่อนสร้าง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ตารางเชื่อมโยงคือตัวการออกแบบเกม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ชัดเจนบนกระดาษ → สร้างเป็นโค้ดได้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คลุมเครือบนกระดาษ → คลุมเครือในโค้ดด้วย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Prompt"/>
                <a:ea typeface="Prompt"/>
                <a:cs typeface="Prompt"/>
              </a:rPr>
              <a:t>กิจกรรม 3.4 — หัวข้อ 4: ออกแบบเกมเอง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 2 ข้อในกิจกรรม 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ทำไมการวางแผนเกมบนกระดาษก่อนลงมือสร้างจึงสำคัญ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ถ้ามีเวลาเพิ่ม เราจะเพิ่มหรือเปลี่ยนอะไรในเกมของเรา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3.4 — หัวข้อ 4: ออกแบบเกมเอง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517</Words>
  <Application>Microsoft Office PowerPoint</Application>
  <PresentationFormat>แบบจอกว้าง</PresentationFormat>
  <Paragraphs>61</Paragraphs>
  <Slides>7</Slides>
  <Notes>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7</vt:i4>
      </vt:variant>
    </vt:vector>
  </HeadingPairs>
  <TitlesOfParts>
    <vt:vector size="12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2026-07-08T08:19:59Z</dcterms:modified>
  <cp:category/>
</cp:coreProperties>
</file>
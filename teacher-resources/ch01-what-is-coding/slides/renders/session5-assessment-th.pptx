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Prompt" panose="00000500000000000000" pitchFamily="2" charset="-34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A3117-8DEA-4005-82DE-A8C389F10080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B148D3-EAC9-44CC-81B9-2D003F5F815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529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ตัวอักษรง่าย: L, T, I ตัวอักษรยาก: E, F, H, A ให้นักเรียนเลือกตามความมั่นใจของตัวเอง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เดินสังเกตวิธี Debug ของนักเรียน สังเกตว่าใครแก้อย่างเป็นระบบ ใครแก้แบบสุ่ม เพื่อใช้ประกอบการให้คะแนนตามรูบริก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หัวข้อ 5: ประเมินผล — วาดตัวอักษร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ภารกิจ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เขียนโปรแกรมให้รถหุ่นยนต์วาดตัวอักษรตัวแรกของชื่อเรา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89320"/>
            <a:ext cx="874166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87416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ประเมินผล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69110" y="5989320"/>
            <a:ext cx="1399032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69110" y="5989320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เวลา: 30-45 นาที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4446" y="5989320"/>
            <a:ext cx="304860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4446" y="5989320"/>
            <a:ext cx="304860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อุปกรณ์: รถหุ่นยนต์ คอมพิวเตอร์ ปากกา กระดาษ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1688592"/>
            <a:ext cx="4974336" cy="3389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raw-letter-a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98320"/>
            <a:ext cx="4754880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กติกา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เส้นตรง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เท่านั้น (ไม่ต้องใช้เส้นโค้ง)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ใช้บล็อกคำสั่งให้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น้อยที่สุด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โดยยุบรวมบล็อกที่ซ้ำกันทั้งหมด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ตัวอักษรต้อง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ดูออกว่าเป็นตัวอะไร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5: ประเมินผล — วาดตัวอักษร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รายการตรวจสอบ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ก่อนนำเสนอ ตรวจสอบว่าทำได้ครบทุกข้อ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วางแผนการเคลื่อนที่สำหรับตัวอักษร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สร้างและทดสอบโปรแกรม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ยุบรวมบล็อกที่ซ้ำกัน (ไม่เหลือบล็อกซ้ำ)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อธิบายโปรแกรมให้เพื่อนฟังได้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ตัวอักษรแนะนำ: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L, T, E, F, H,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5: ประเมินผล — วาดตัวอักษร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ลงมือทำ (20-25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วางแผน เขียนโค้ด ทดสอบ Debug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นึกถึงวงจร Debug: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สังเกต → แก้ไข → ทดสอบ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เปลี่ยนทีละจุด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ทดสอบทุกครั้งหลังแก้ไข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82236"/>
            <a:ext cx="4958791" cy="27678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bugging-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91964"/>
            <a:ext cx="4739335" cy="25483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5: ประเมินผล — วาดตัวอักษร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นำเสนอ (5-10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แสดงให้เพื่อนในห้องดู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รันโปรแกรม วาดตัวอักษร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อธิบาย: ใช้บล็อกคำสั่งอะไรบ้าง กี่บล็อก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ส่วนไหนยากที่สุด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5: ประเมินผล — วาดตัวอักษร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เขียนคำตอบลงในใบงาน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ส่วนไหนของกิจกรรมที่ 1 ที่ท้าทายที่สุด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มีอะไรที่ทำให้ประหลาดใจเกี่ยวกับการเขียนโปรแกรม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5: ประเมินผล — วาดตัวอักษร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บทสรุป — สิ่งที่เราได้เรียนรู้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โปรแกรมคือลำดับคำสั่ง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คำสั่งทำงานตามลำดับ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โค้ดสามารถดูและแก้ไขได้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บล็อกภาพที่เราอ่านและเปลี่ยนแปลงได้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3.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 Debug เป็นเรื่องปกติ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สังเกต → แก้ไข → ทดสอบ วนไปเรื่อย ๆ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4.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การยุบรวมช่วยให้โค้ดกระชับ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ยุบรวมบล็อกที่ซ้ำกัน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5.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การเขียนโปรแกรมเป็นงานสร้างสรรค์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มีคำตอบได้หลายแบบ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5: ประเมินผล — วาดตัวอักษร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ทักษะที่ได้เรียนรู้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ทำได้ครบทุกข้อหรือไม่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บันทึกโปรแกรมด้วยปุ่ม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และเล่นซ้ำด้วยปุ่ม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บนรีโมต IR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เชื่อมต่อรถหุ่นยนต์กับเว็บแอปและดูโปรแกรมเป็นบล็อก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ยุบรวมบล็อกที่ซ้ำกันให้เหลือบล็อกเดียว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แก้ไขบล็อกโค้ดเมื่อเงื่อนไขเปลี่ยน (วงจร Debug)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ใช้ตัวเลข Repeat สร้างลวดลายจากการเคลื่อนที่แบบง่าย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5: ประเมินผล — วาดตัวอักษร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495</Words>
  <Application>Microsoft Office PowerPoint</Application>
  <PresentationFormat>แบบจอกว้าง</PresentationFormat>
  <Paragraphs>63</Paragraphs>
  <Slides>8</Slides>
  <Notes>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4" baseType="lpstr">
      <vt:lpstr>Prompt</vt:lpstr>
      <vt:lpstr>Consolas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2026-07-08T08:19:44Z</dcterms:modified>
  <cp:category/>
</cp:coreProperties>
</file>
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rompt" panose="00000500000000000000" pitchFamily="2" charset="-34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หัวข้อ 4: วาดลวดลายด้วยโค้ด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เป้าหมายวันนี้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ใช้ลูปสั่งให้รถหุ่นยนต์วาดลวดลาย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ติดปากกากับรถหุ่นยนต์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ใช้บล็อกคำสั่ง 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Repeat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สร้างลวดลาย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ออกแบบลวดลายเฉพาะตัวของเรา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กิจกรรม 1.4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เวลา: 45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3573475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35734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อุปกรณ์: รถหุ่นยนต์ คอมพิวเตอร์ ปากกา หนังยาง กระดาษ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688592"/>
            <a:ext cx="4974336" cy="3389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draw-pattern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98320"/>
            <a:ext cx="4754880" cy="3169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ติดปากกากับรถหุ่นยนต์ (5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หาปากกาเมจิก หรือปากกาไวท์บอร์ด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ใช้หนังยางรัดปากกาเข้ากับรถหุ่นยนต์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ให้ปลายปากกาแตะพื้น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ปูกระดาษบนพื้น (หรือใช้ปากกาไวท์บอร์ดที่ลบได้ง่ายวาดบนพื้นสีอ่อน)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93992" y="2123426"/>
            <a:ext cx="4958791" cy="28854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en-attached-to-robot-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33154"/>
            <a:ext cx="4739335" cy="26660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1.4 — หัวข้อ 4: วาดลวดลายด้วยโค้ด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บล็อกคำสั่ง Repeat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ที่ผ่านมา Repeat = 1 โปรแกรมจึงทำงานแค่ครั้งเดียว คราวนี้มาลองเปลี่ยนกัน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บล็อกคำสั่ง Repeat สั่งให้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โปรแกรมทั้งหมด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ทำงานซ้ำหลายรอบ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ลองกำหนดเป็น 4, 6, 8 หรือตัวเลขอื่น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1.4 — หัวข้อ 4: วาดลวดลายด้วยโค้ด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สาธิต — forward + turn + Repeat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รถหุ่นยนต์จะวาดรูปอะไร?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ลบบล็อกคำสั่งเดิมทิ้ง (ถ้ามี)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เพิ่มบล็อกคำสั่ง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forward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(ประมาณ 30 ซม.) และ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turn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(ประมาณ 90 องศา)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กำหนด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Repeat =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029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8" y="5385816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53858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029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Run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3532" y="2112454"/>
            <a:ext cx="2534031" cy="27245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repeat-code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260" y="2222182"/>
            <a:ext cx="2314575" cy="25050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1.4 — หัวข้อ 4: วาดลวดลายด้วยโค้ด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ลองตัวเลข Repeat ต่าง ๆ (10 นาที)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6309359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7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ตัวเลข Repeat</a:t>
                      </a:r>
                    </a:p>
                  </a:txBody>
                  <a:tcPr marL="164592" marR="164592" anchor="ctr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ลวดลายที่วาดได้</a:t>
                      </a:r>
                    </a:p>
                  </a:txBody>
                  <a:tcPr marL="164592" marR="164592" anchor="ctr"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4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?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6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?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8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?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9136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3913632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เติมตารางในกิจกรรม 1.4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68312" y="1876654"/>
            <a:ext cx="4684471" cy="31961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raw-pattern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986382"/>
            <a:ext cx="4465015" cy="29766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1.4 — หัวข้อ 4: วาดลวดลายด้วยโค้ด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ออกแบบลวดลาย (20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เลือกการเคลื่อนที่พื้นฐาน (2-4 บล็อกคำสั่ง)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ทดลองตัวเลข Repeat ต่าง 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เลือกแบบที่ชอบที่สุด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54296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54296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บันทึกการเคลื่อนที่พื้นฐาน จำนวน Repeat และหน้าตาของลวดลายในกิจกรรม 1.4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1.4 — หัวข้อ 4: วาดลวดลายด้วยโค้ด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แบ่งปัน (5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แสดงลวดลายให้เพื่อนในห้องดู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การเคลื่อนที่พื้นฐานคืออะไร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ตัวเลข Repeat เท่าไรให้ผลดีที่สุด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ทำไมลวดลายถึงออกมาหน้าตาแบบนี้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บันทึกลวดลายจากกลุ่มอื่นที่ชอบที่สุด พร้อมเหตุผลที่ชอบ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1.4 — หัวข้อ 4: วาดลวดลายด้วยโค้ด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ตอบคำถามสะท้อนคิดในกิจกรรม 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การเปลี่ยนตัวเลข Repeat ทำให้ลวดลายเปลี่ยนไปอย่างไร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ทำไมการทำซ้ำจึงมีประโยชน์ในการเขียนโปรแกรม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1.4 — หัวข้อ 4: วาดลวดลายด้วยโค้ด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440</Words>
  <Application>Microsoft Office PowerPoint</Application>
  <PresentationFormat>แบบจอกว้าง</PresentationFormat>
  <Paragraphs>70</Paragraphs>
  <Slides>8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8</vt:i4>
      </vt:variant>
    </vt:vector>
  </HeadingPairs>
  <TitlesOfParts>
    <vt:vector size="12" baseType="lpstr">
      <vt:lpstr>Prompt</vt:lpstr>
      <vt:lpstr>Arial</vt:lpstr>
      <vt:lpstr>Calibri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2026-07-08T08:19:42Z</dcterms:modified>
  <cp:category/>
</cp:coreProperties>
</file>
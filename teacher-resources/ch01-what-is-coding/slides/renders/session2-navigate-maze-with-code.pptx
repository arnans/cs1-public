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this on the projector first. If blocks don't appear, click "Upload". Make sure WiFi is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around and check that each group can identify block 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SESSION 2: NAVIGATE THE MAZE — WITH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0350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Today's 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E7D32"/>
                </a:solidFill>
                <a:latin typeface="Leelawadee UI"/>
                <a:ea typeface="Leelawadee UI"/>
                <a:cs typeface="Leelawadee UI"/>
              </a:rPr>
              <a:t>View the maze program as blocks and simplify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6035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See what the program looks like as code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Learn to combine repeated blocks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989320"/>
            <a:ext cx="1174089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17408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Leelawadee UI"/>
                <a:ea typeface="Leelawadee UI"/>
                <a:cs typeface="Leelawadee UI"/>
              </a:rPr>
              <a:t>Activity 1.2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69033" y="5989320"/>
            <a:ext cx="1474012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69033" y="5989320"/>
            <a:ext cx="14740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Leelawadee UI"/>
                <a:ea typeface="Leelawadee UI"/>
                <a:cs typeface="Leelawadee UI"/>
              </a:rPr>
              <a:t>Time: 45 minutes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89349" y="5989320"/>
            <a:ext cx="3798417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9349" y="5989320"/>
            <a:ext cx="379841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Leelawadee UI"/>
                <a:ea typeface="Leelawadee UI"/>
                <a:cs typeface="Leelawadee UI"/>
              </a:rPr>
              <a:t>Materials: Computer, robot, maze from Session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34070" y="598932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34070" y="598932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Leelawadee UI"/>
                <a:ea typeface="Leelawadee UI"/>
                <a:cs typeface="Leelawadee UI"/>
              </a:rPr>
              <a:t>Webapp: pgc.gogoboard.org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48272" y="1361160"/>
            <a:ext cx="4974336" cy="40442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gc-overall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470888"/>
            <a:ext cx="4754880" cy="38247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Connect to the Webapp (15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Open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pgc.gogoboard.org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in the browser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Check that the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Robot ID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on the upper right matches the ID on the robot's screen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Place robot at Start, press </a:t>
            </a:r>
            <a:r>
              <a:rPr sz="1700" b="0" i="0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, navigate the maze, press </a:t>
            </a:r>
            <a:r>
              <a:rPr sz="1700" b="0" i="0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to stop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8" y="4700016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70001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517136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 program appears as blocks automatically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68312" y="2003096"/>
            <a:ext cx="4684471" cy="2943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gc-blocks-code-screen-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2112824"/>
            <a:ext cx="4465015" cy="272379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1.2 — Session 2: Navigate the Maze — with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Reading the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E7D32"/>
                </a:solidFill>
                <a:latin typeface="Leelawadee UI"/>
                <a:ea typeface="Leelawadee UI"/>
                <a:cs typeface="Leelawadee UI"/>
              </a:rPr>
              <a:t>Look at the blocks that appeared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Which blocks are "forward"?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Which blocks are "turn"?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Can you read what the program will do just by looking at the blocks?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1.2 — Session 2: Navigate the Maze — with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Too Many Blocks!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E7D32"/>
                </a:solidFill>
                <a:latin typeface="Leelawadee UI"/>
                <a:ea typeface="Leelawadee UI"/>
                <a:cs typeface="Leelawadee UI"/>
              </a:rPr>
              <a:t>Count the blocks in your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60350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Many repeated blocks make the program hard to read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What if we could simplify?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394960"/>
            <a:ext cx="6035040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394960"/>
            <a:ext cx="5577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Answer the questions in "Too Many Blocks" — how many blocks? Which blocks repeat?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46031" y="1353312"/>
            <a:ext cx="2054713" cy="44256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ny-repeated-b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5759" y="1463040"/>
            <a:ext cx="1835257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1.2 — Session 2: Navigate the Maze — with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Combine Repeated Blocks (15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578483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578483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252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Click on repeated blocks — a popup menu appears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07158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568321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568321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07158"/>
            <a:ext cx="5166360" cy="8252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Click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Combine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96996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3558159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55815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396996"/>
            <a:ext cx="5166360" cy="8252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Repeat for all groups of repeated blocks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6834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8" y="4547997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547997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386834"/>
            <a:ext cx="5166360" cy="8252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Click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Run Code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to test — does it still work?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13832"/>
            <a:ext cx="6309360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513832"/>
            <a:ext cx="58521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Fill in the before/after table in "Combine Repeated Blocks"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68312" y="1876654"/>
            <a:ext cx="4684471" cy="31961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ombining-blocks-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986382"/>
            <a:ext cx="4465015" cy="2976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1.2 — Session 2: Navigate the Maze — with 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94484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C107"/>
                </a:solidFill>
                <a:latin typeface="Leelawadee UI"/>
                <a:ea typeface="Leelawadee UI"/>
                <a:cs typeface="Leelawadee UI"/>
              </a:rPr>
              <a:t>WHY COMBINE?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7135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forward forward forward forward forward  →  forward(5)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09647" y="3931920"/>
            <a:ext cx="7772400" cy="2103120"/>
          </a:xfrm>
          <a:prstGeom prst="roundRect">
            <a:avLst>
              <a:gd name="adj" fmla="val 10000"/>
            </a:avLst>
          </a:prstGeom>
          <a:solidFill>
            <a:srgbClr val="388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58287" y="4297680"/>
            <a:ext cx="66751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Easier to read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Easier to change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Same behavior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A5D6A7"/>
                </a:solidFill>
                <a:latin typeface="Leelawadee UI"/>
                <a:ea typeface="Leelawadee UI"/>
                <a:cs typeface="Leelawadee UI"/>
              </a:rPr>
              <a:t>Activity 1.2 — Session 2: Navigate the Maze — with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A5D6A7"/>
                </a:solidFill>
                <a:latin typeface="Leelawadee UI"/>
                <a:ea typeface="Leelawadee UI"/>
                <a:cs typeface="Leelawade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Webapp Buttons Reference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094414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15877"/>
                <a:gridCol w="6878537"/>
              </a:tblGrid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Button / Shortcut</a:t>
                      </a:r>
                    </a:p>
                  </a:txBody>
                  <a:tcPr anchor="ctr" marL="164592" marR="164592"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Function</a:t>
                      </a:r>
                    </a:p>
                  </a:txBody>
                  <a:tcPr anchor="ctr" marL="164592" marR="164592">
                    <a:solidFill>
                      <a:srgbClr val="4CAF5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Upload</a:t>
                      </a:r>
                    </a:p>
                  </a:txBody>
                  <a:tcPr anchor="ctr" marL="164592" marR="16459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Fetch program from robot</a:t>
                      </a:r>
                    </a:p>
                  </a:txBody>
                  <a:tcPr anchor="ctr" marL="164592" marR="164592">
                    <a:solidFill>
                      <a:srgbClr val="F5F5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Run Code</a:t>
                      </a:r>
                    </a:p>
                  </a:txBody>
                  <a:tcPr anchor="ctr" marL="164592" marR="1645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Send program to robot and run</a:t>
                      </a:r>
                    </a:p>
                  </a:txBody>
                  <a:tcPr anchor="ctr" marL="164592" marR="16459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Stop</a:t>
                      </a:r>
                    </a:p>
                  </a:txBody>
                  <a:tcPr anchor="ctr" marL="164592" marR="16459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Stop the robot</a:t>
                      </a:r>
                    </a:p>
                  </a:txBody>
                  <a:tcPr anchor="ctr" marL="164592" marR="164592">
                    <a:solidFill>
                      <a:srgbClr val="F5F5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Ctrl-Z</a:t>
                      </a:r>
                    </a:p>
                  </a:txBody>
                  <a:tcPr anchor="ctr" marL="164592" marR="1645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Undo last change</a:t>
                      </a:r>
                    </a:p>
                  </a:txBody>
                  <a:tcPr anchor="ctr" marL="164592" marR="16459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1.2 — Session 2: Navigate the Maze — with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Reflection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29260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Answer the two reflection questions in Activity 1.2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60320"/>
            <a:ext cx="96313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1.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Why is </a:t>
            </a:r>
            <a:r>
              <a:rPr sz="2000" b="0" i="0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forward(5)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better than 5 separate forward blocks?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2.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If the program needs to change, which version is easier to edit?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1.2 — Session 2: Navigate the Maze — with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
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Easier letters: L, T, I. Harder letters: E, F, H, A. Let students choose based on their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around and observe debugging strategies. Note students who are systematic vs. random. This informs the rubric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SESSION 5: ASSESSMENT — DRAW A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Program the robot to draw a letter from your initials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9072" y="5989320"/>
            <a:ext cx="1698955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5989320"/>
            <a:ext cx="16989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Time: 30-45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331" y="598932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4331" y="5989320"/>
            <a:ext cx="312359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Materials: Robot, computer, pen, paper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1688592"/>
            <a:ext cx="4974336" cy="3389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raw-letter-a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straight lines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only (no curves needed)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fewest blocks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possible — combine all repeated commands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letter must be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recognizable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Before presenting, make sure you can check all of these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 the movements for the letter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Create and test the program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Combine repeated blocks (no duplicates)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Explain the program to someone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Suggested letters: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L, T, E, F, H,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Work Time (20-25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Plan, code, test,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Remember the debugging cycle: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Observe → Edit → Test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Change one thing at a time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after every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82236"/>
            <a:ext cx="4958791" cy="27678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bugging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91964"/>
            <a:ext cx="4739335" cy="25483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Presentations (5-10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Show the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 your program — draw the letter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Explain: What blocks did you use? How many?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was the hardest part?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Write your answers on the task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was the most challenging part of this chapter?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was surprising about programming?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1 Summary — 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Programs are sequences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Commands run in order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 can be viewed and edited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Visual blocks we can read and change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Debugging is normal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Observe, Edit, Test — repeat until correct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4.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Combining blocks makes code efficient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forward(5) instead of 5 blocks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5.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Programming is creative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Many solutions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Skills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Can you do all of these?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a program using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replay using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#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robot to the webapp and view programs as blocks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Combine repeated blocks into one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Edit code blocks when conditions change (debugging cycle)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repeat number to create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5: Assessment — Draw a 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
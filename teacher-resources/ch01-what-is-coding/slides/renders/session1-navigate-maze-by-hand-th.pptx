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EB037-0CE9-4948-B644-26FA5067F139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EE277-0F72-4516-A443-88393E9B935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7360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ถ้ารถหุ่นยนต์ยังไม่ได้ตั้งค่า เผื่อเวลาไว้คันละ 2 นาที เชื่อมต่อด้วยสาย USB เปิด pgc.gogoboard.org ทำตาม 4 ขั้นตอน แล้วคลิก "Configure Robot"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เตรียมเขาวงกตไว้ 3-4 ชุด ถ้าเวลาน้อย คุณครูอาจสร้างเขาวงกตไว้ล่วงหน้า แล้วให้นักเรียนปรับแต่งเพิ่มเติม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ให้นักเรียนทุกคนได้ลองบังคับ ตรวจสอบว่ารีโมตใช้งานได้ และนักเรียนเข้าใจหน้าที่ของปุ่มต่าง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หัวข้อ 1: ฝ่าเขาวงกต — ด้วยรีโมต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กิจกรรมที่ 1: การเขียนโปรแกรมคืออะไร?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วันนี้เราจะมาเป็นนักเขียนโปรแกรมหุ่นยนต์กัน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สั่งงานรถหุ่นยนต์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ดูรถหุ่นยนต์ทำตามคำสั่งของเรา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เราจะบังคับให้รถหุ่นยนต์ฝ่าเขาวงกตได้หรือไม่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กิจกรรม 1.1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เวลา: 60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648456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6484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อุปกรณ์: รถหุ่นยนต์ รีโมต IR วัสดุสร้างเขาวงกต เป้าหมาย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4225" y="5989320"/>
            <a:ext cx="2823667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4225" y="5989320"/>
            <a:ext cx="28236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ไม่ต้องใช้คอมพิวเตอร์ (ยกเว้นหากต้องตั้งค่า)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589095"/>
            <a:ext cx="4974336" cy="358837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tudent-controlling-robot-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8823"/>
            <a:ext cx="4754880" cy="33689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ตรวจสอบการตั้งค่ารถหุ่นยนต์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รถหุ่นยนต์ตั้งค่าเรียบร้อยแล้วหรือยัง (คุณครูอาจตั้งค่าไว้แล้ว)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รีโมต IR ใช้งานได้หรือไม่ ลองกดปุ่มลูกศรดู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ถ้ายังไม่ได้ตั้งค่า สแกน QR Code หรือเข้า d.gogoboard.org/robot-setup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92059" y="2087894"/>
            <a:ext cx="2962656" cy="29565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qr-robot-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787" y="2197622"/>
            <a:ext cx="2743200" cy="27370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ภารกิจ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เขียนโปรแกรมให้รถหุ่นยนต์วิ่งผ่านเขาวงกตและชนเป้าหมายให้ล้ม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สร้างเขาวงกตที่มีทางเลี้ยว 2-3 จุด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วางเป้าหมายไว้ที่ปลายทาง (สิ่งที่ล้มง่ายเมื่อถูกชน)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บันทึกโปรแกรมให้รถหุ่นยนต์วิ่งผ่านเขาวงกตเองอัตโนมัติ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60539" y="1353312"/>
            <a:ext cx="4425696" cy="44256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aze-layout-example-top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267" y="1463040"/>
            <a:ext cx="42062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สร้างเขาวงกต (10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ใช้บล็อกไม้ เก้าอี้ หนังสือ กล่อง หรือวัสดุอื่น ๆ เป็นกำแพง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กำหนด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ตำแหน่งเริ่มต้น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ให้ชัดเจน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ไว้ที่ปลายทาง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มีทางเลี้ยวอย่างน้อย 2-3 จุด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เป้าหมายควรล้มง่ายเมื่อถูกแตะ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ฝึกบังคับ (5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วางรถหุ่นยนต์ที่ตำแหน่งเริ่มต้น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ปุ่มลูกศร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บนรีโมต IR บังคับรถหุ่นยนต์ผ่านเขาวงกต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ลองชนเป้าหมายให้ล้ม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ยังไม่ต้อง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บนรีโมต IR เพราะรอบนี้เป็นแค่การฝึก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9139" y="1353312"/>
            <a:ext cx="4242816" cy="42428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r-remote-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867" y="1463040"/>
            <a:ext cx="4023360" cy="4023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บันทึกโปรแกรม (10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คราวนี้มาบันทึกโปรแกรมให้รถหุ่นยนต์วิ่งเองอัตโนมัติกัน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วางรถหุ่นยนต์ที่ตำแหน่งเริ่มต้น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บนรีโมต IR เพื่อเริ่มบันทึก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บังคับรถหุ่นยนต์ผ่านเขาวงกตจนชนเป้าหมายล้ม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*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บนรีโมต IR อีกครั้งเพื่อหยุดบันทึก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68312" y="1876654"/>
            <a:ext cx="4684471" cy="31961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red-recording-indic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986382"/>
            <a:ext cx="4465015" cy="29766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178040" y="5127650"/>
            <a:ext cx="44650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หน้าจอจะเปลี่ยนเป็นสีแดงขณะบันทึก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ทดสอบโปรแกรม (15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วางรถหุ่นยนต์ที่เดิมในตำแหน่งเริ่มต้น วางเป้าหมายไว้ที่เดิม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กดปุ่ม </a:t>
            </a:r>
            <a:r>
              <a:rPr sz="1700" b="0" i="0">
                <a:solidFill>
                  <a:srgbClr val="2E7D32"/>
                </a:solidFill>
                <a:latin typeface="Consolas"/>
                <a:ea typeface="Consolas"/>
                <a:cs typeface="Consolas"/>
              </a:rPr>
              <a:t>#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บนรีโมต IR เพื่อให้รถหุ่นยนต์วิ่งตามโปรแกรม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 3 ครั้ง แล้วบันทึกผลในตาราง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 "ทดสอบโปรแกรม" ในกิจกรรม 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ถ้าเปลี่ยนตำแหน่งเริ่มต้นล่ะ?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ทดสอบเพิ่มเติม: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วางรถหุ่นยนต์ที่ตำแหน่งเริ่มต้น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ต่างไปเล็กน้อย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จะเกิดอะไรขึ้น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วางรถหุ่นยนต์ใน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ทิศทางเริ่มต้นที่ต่างออกไป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จะเกิดอะไรขึ้น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94960"/>
            <a:ext cx="603504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5577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 "ทดสอบเพิ่มเติม" ในกิจกรรม 1.1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2185474"/>
            <a:ext cx="4958791" cy="276137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tart-position-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95202"/>
            <a:ext cx="4739335" cy="25419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โปรแกรมเดียวกัน + ตำแหน่งเริ่มต้นต่างกัน = ผลลัพธ์ต่างกัน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38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โปรแกรม คือ การนำคำสั่งมาวางเป็นลำดับ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รถหุ่นยนต์ไม่ได้มองเห็นเขาวงกต เพียงทำตามคำสั่งที่บันทึกไว้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ตำแหน่งและทิศทางเริ่มต้นจึงสำคัญมาก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A5D6A7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2 ข้อในกิจกรรม 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ทำไมตำแหน่งเริ่มต้นถึงมีความสำคัญ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การบังคับด้วยรีโมตกับการใช้โปรแกรมต่างกันอย่างไร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ภารกิจเพิ่มเติม: แข่งขัน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กลุ่มไหนจะถึงเป้าหมายเร็วที่สุด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0604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บันทึกเวลาของกลุ่มเราในกิจกรรม 1.1 หัวข้อ "ภารกิจเพิ่มเติม: แข่งขัน"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จับเวลาโปรแกรมของแต่ละกลุ่ม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หากลุ่มที่ใช้เวลาน้อยที่สุด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1.1 — หัวข้อ 1: ฝ่าเขาวงกต — ด้วยรีโมต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781</Words>
  <Application>Microsoft Office PowerPoint</Application>
  <PresentationFormat>แบบจอกว้าง</PresentationFormat>
  <Paragraphs>95</Paragraphs>
  <Slides>11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11</vt:i4>
      </vt:variant>
    </vt:vector>
  </HeadingPairs>
  <TitlesOfParts>
    <vt:vector size="17" baseType="lpstr">
      <vt:lpstr>Prompt</vt:lpstr>
      <vt:lpstr>Consolas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2026-07-08T08:19:37Z</dcterms:modified>
  <cp:category/>
</cp:coreProperties>
</file>
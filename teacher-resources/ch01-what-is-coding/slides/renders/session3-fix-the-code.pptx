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Write this cycle on the board. Students will refer to it throughout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students to use Ctrl-Z if they change too much. Remind them: ONE change at a time. Walk around and ask "What did you observe? What will you change?"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students share their debugging experience. Normalize that debugging is what professional programmers do every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SESSION 3: FIX THE CODE WHEN THE MAZE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0350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Today's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The maze changed — can we fix the program without recording again?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6035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Learn to edit code blocks directly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Practice the debugging cycle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989320"/>
            <a:ext cx="1174089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17408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Activity 1.3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69033" y="5989320"/>
            <a:ext cx="1474012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69033" y="5989320"/>
            <a:ext cx="14740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Time: 45 minutes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89349" y="5989320"/>
            <a:ext cx="3798417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9349" y="5989320"/>
            <a:ext cx="379841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Materials: Computer, robot, maze from Session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39712" y="987552"/>
            <a:ext cx="4791456" cy="47914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aze-layout-example-top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09728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Change the Maze (5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Try changing the maze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Move a wall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Add an obstacle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Move the target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Change only ONE spot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don't change too much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86400"/>
            <a:ext cx="11094415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86400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Write down what you changed in Activity 1.3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1.3 — Session 3: Fix the Code When the Maze Changes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Test the Old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Run the old program. What happens?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 old program doesn't work anymore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We need to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fix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(debug) the program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86400"/>
            <a:ext cx="11094415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86400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Write the result in Activity 1.3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1.3 — Session 3: Fix the Code When the Maze Changes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 Debugging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Observe → Edit → Test — repeat until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0350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Run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the program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Observe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what went wrong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Edit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the code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Test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again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93992" y="2182236"/>
            <a:ext cx="4958791" cy="276784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bugging-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291964"/>
            <a:ext cx="4739335" cy="25483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1.3 — Session 3: Fix the Code When the Maze Changes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How to Edit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Leelawadee UI"/>
                <a:ea typeface="Leelawadee UI"/>
                <a:cs typeface="Leelawadee UI"/>
              </a:rPr>
              <a:t>Important: change only ONE thing at a time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94560"/>
          <a:ext cx="11094414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15877"/>
                <a:gridCol w="6878537"/>
              </a:tblGrid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Action</a:t>
                      </a:r>
                    </a:p>
                  </a:txBody>
                  <a:tcPr anchor="ctr" marL="164592" marR="164592"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How</a:t>
                      </a:r>
                    </a:p>
                  </a:txBody>
                  <a:tcPr anchor="ctr" marL="164592" marR="164592">
                    <a:solidFill>
                      <a:srgbClr val="4CAF5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Delete</a:t>
                      </a:r>
                      <a:r>
                        <a:rPr sz="1600" b="0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 a block</a:t>
                      </a:r>
                    </a:p>
                  </a:txBody>
                  <a:tcPr anchor="ctr" marL="164592" marR="16459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Drag to trash</a:t>
                      </a:r>
                    </a:p>
                  </a:txBody>
                  <a:tcPr anchor="ctr" marL="164592" marR="164592">
                    <a:solidFill>
                      <a:srgbClr val="F5F5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Add</a:t>
                      </a:r>
                      <a:r>
                        <a:rPr sz="1600" b="0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 a block</a:t>
                      </a:r>
                    </a:p>
                  </a:txBody>
                  <a:tcPr anchor="ctr" marL="164592" marR="1645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Drag from toolbox</a:t>
                      </a:r>
                    </a:p>
                  </a:txBody>
                  <a:tcPr anchor="ctr" marL="164592" marR="16459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Move</a:t>
                      </a:r>
                      <a:r>
                        <a:rPr sz="1600" b="0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 a block</a:t>
                      </a:r>
                    </a:p>
                  </a:txBody>
                  <a:tcPr anchor="ctr" marL="164592" marR="16459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Click and drag</a:t>
                      </a:r>
                    </a:p>
                  </a:txBody>
                  <a:tcPr anchor="ctr" marL="164592" marR="164592">
                    <a:solidFill>
                      <a:srgbClr val="F5F5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Change a number</a:t>
                      </a:r>
                    </a:p>
                  </a:txBody>
                  <a:tcPr anchor="ctr" marL="164592" marR="1645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Click on the number, type new value</a:t>
                      </a:r>
                    </a:p>
                  </a:txBody>
                  <a:tcPr anchor="ctr" marL="164592" marR="16459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1.3 — Session 3: Fix the Code When the Maze Changes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Debug Time! (30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578483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578483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9951415" cy="8252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Run the program — observe where it goes wrong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07158"/>
            <a:ext cx="11094415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568321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568321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07158"/>
            <a:ext cx="9951415" cy="8252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Edit ONE thing in the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96996"/>
            <a:ext cx="11094415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3558159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55815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396996"/>
            <a:ext cx="9951415" cy="8252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Test again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6834"/>
            <a:ext cx="11094415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" y="4547997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547997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386834"/>
            <a:ext cx="9951415" cy="8252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Repeat until the robot reaches the target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13832"/>
            <a:ext cx="11094415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513832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Track your debug cycles in the table in Activity 1.3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1.3 — Session 3: Fix the Code When the Maze Changes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Reflection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29260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Answer the reflection questions in Activity 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60320"/>
            <a:ext cx="96313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1.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What was the hardest part of the debugging process? Why?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4CAF50"/>
                </a:solidFill>
                <a:latin typeface="Leelawadee UI"/>
                <a:ea typeface="Leelawadee UI"/>
                <a:cs typeface="Leelawadee UI"/>
              </a:rPr>
              <a:t>2.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How many cycles did it take to fix the program?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1.3 — Session 3: Fix the Code When the Maze Changes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
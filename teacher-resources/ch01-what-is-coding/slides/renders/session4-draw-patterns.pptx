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SESSION 4: DRAW PATTERNS WITH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Use loops to make the robot draw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Attach a pen to the robot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Repeat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to create patterns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Design your own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Activity 1.4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Time: 45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409834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4098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Materials: Robot, computer, pen, rubber band, paper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688592"/>
            <a:ext cx="4974336" cy="3389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raw-pattern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98320"/>
            <a:ext cx="475488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Attach a Pen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Find a marker or whiteboard pen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a rubber band to attach it to the robot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Make sure the pen tip touches the floor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paper on the floor (or use a whiteboard pen on a light-colored floor)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93992" y="2123426"/>
            <a:ext cx="4958791" cy="28854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n-attached-to-robot-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33154"/>
            <a:ext cx="4739335" cy="26660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1.4 — Session 4: Draw Patterns with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Repeat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Until now, Repeat = 1 — the program runs once. Now we change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Repeat block runs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entire program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multiple times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setting it to 4, 6, 8, or other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1.4 — Session 4: Draw Patterns with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Demo — Forward + Turn +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What shape will the robot draw?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Delete any old 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 blocks: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forward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(~30 cm) +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turn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(~90 degrees)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Repeat =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3532" y="2112454"/>
            <a:ext cx="2534031" cy="27245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peat-code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260" y="2222182"/>
            <a:ext cx="2314575" cy="2505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1.4 — Session 4: Draw Patterns with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Different Repeat Numbers (10 min)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6309359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7556"/>
                <a:gridCol w="3911803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Repeat Number</a:t>
                      </a:r>
                    </a:p>
                  </a:txBody>
                  <a:tcPr anchor="ctr" marL="164592" marR="164592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What Pattern?</a:t>
                      </a:r>
                    </a:p>
                  </a:txBody>
                  <a:tcPr anchor="ctr" marL="164592" marR="164592">
                    <a:solidFill>
                      <a:srgbClr val="4CAF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9136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table in Activity 1.4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68312" y="1876654"/>
            <a:ext cx="4684471" cy="31961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aw-pattern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86382"/>
            <a:ext cx="4465015" cy="29766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1.4 — Session 4: Draw Patterns with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Design Your Own Pattern (20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Choose a base movement (2-4 blocks)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Experiment with different repeat numbers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Pick your favorite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your base movement, repeat count, and what it looks like in Activity 1.4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1.4 — Session 4: Draw Patterns with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Share with the Class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Show your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the base movement?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repeat count worked best?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does it look the way it does?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Write down which group's pattern you liked most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1.4 — Session 4: Draw Patterns with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reflection questions in Activity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does changing the repeat number change the pattern?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is repetition useful in programming?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1.4 — Session 4: Draw Patterns with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
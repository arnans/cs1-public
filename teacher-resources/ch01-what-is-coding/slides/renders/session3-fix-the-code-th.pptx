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Prompt" panose="00000500000000000000" pitchFamily="2" charset="-34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14570-0C08-4B2C-B3EC-67821284FCB0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D4B69-B876-4A19-9207-A9F8EF4D4D1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30890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เขียนวงจรนี้บนกระดาน นักเรียนจะได้ใช้อ้างอิงตลอดคาบเรียน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แนะนำให้นักเรียนใช้ Ctrl-Z ถ้าแก้ไขเกินไป ย้ำว่าเปลี่ยนทีละจุด เดินดูแต่ละกลุ่มแล้วถามว่า "สังเกตเห็นอะไร จะแก้ตรงไหน"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ให้นักเรียนแบ่งปันประสบการณ์การ Debug และย้ำว่าการ Debug เป็นเรื่องปกติที่นักเขียนโปรแกรมมืออาชีพทำทุกวัน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หัวข้อ 3: แก้โค้ดเมื่อเขาวงกตเปลี่ยน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เขาวงกตเปลี่ยนไปแล้ว เราจะแก้โปรแกรมโดยไม่ต้องบันทึกใหม่ได้หรือไม่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เรียนรู้การแก้ไขบล็อกโค้ดโดยตรง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ฝึกใช้วงจร Debug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กิจกรรม 1.3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เวลา: 45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3348532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334853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อุปกรณ์: คอมพิวเตอร์ รถหุ่นยนต์ เขาวงกตจากหัวข้อ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987552"/>
            <a:ext cx="4791456" cy="4791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maze-layout-example-top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เมื่อเขาวงกตเปลี่ยนไป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ลองเปลี่ยนเขาวงกต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ขยับกำแพง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เพิ่มสิ่งกีดขวาง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ย้ายเป้าหมาย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แนะนำให้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เปลี่ยนแค่จุดเดียว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อย่าเปลี่ยนหลายจุดพร้อมกัน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บันทึกสิ่งที่เปลี่ยนในกิจกรรม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ทดสอบโปรแกรมเดิม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รันโปรแกรมเดิม เกิดอะไรขึ้น?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โปรแกรมเดิมใช้ไม่ได้แล้ว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เราต้อง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แก้ไข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(Debug) โปรแกรม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บันทึกผลลัพธ์ในกิจกรรม 1.3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วงจร Debug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สังเกต → แก้ไข → ทดสอบ ทำซ้ำจนกว่าผลลัพธ์จะถูกต้อง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รัน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โปรแกรม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สังเกต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ว่าผิดพลาดตรงไหน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แก้ไข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โค้ด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</a:t>
            </a:r>
            <a:r>
              <a:rPr sz="19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อีกครั้ง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82236"/>
            <a:ext cx="4958791" cy="276784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ebugging-cy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291964"/>
            <a:ext cx="4739335" cy="25483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วิธีแก้ไขบล็อก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2E7D32"/>
                </a:solidFill>
                <a:latin typeface="Prompt"/>
                <a:ea typeface="Prompt"/>
                <a:cs typeface="Prompt"/>
              </a:rPr>
              <a:t>สิ่งสำคัญ: เปลี่ยนทีละจุด เพื่อให้เห็นผลชัดเจนก่อนแก้จุดถัดไป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การกระทำ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วิธีทำ</a:t>
                      </a:r>
                    </a:p>
                  </a:txBody>
                  <a:tcPr marL="164592" marR="164592" anchor="ctr">
                    <a:solidFill>
                      <a:srgbClr val="4CA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ลบบล็อก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ลากไปที่ถังขยะ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เพิ่มบล็อก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ลากจากกล่องเครื่องมือ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ย้ายบล็อก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คลิกแล้วลาก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เปลี่ยนตัวเลข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คลิกที่ตัวเลขแล้วพิมพ์ค่าใหม่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ลงมือ Debug กัน (30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รันโปรแกรม สังเกตว่าผิดพลาดตรงไหน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แก้ไขโค้ด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ทีละจุด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ทดสอบอีกครั้ง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11094415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9951415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ทำซ้ำจนกว่ารถหุ่นยนต์จะถึงเป้าหมาย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บันทึกความก้าวหน้าแต่ละรอบลงในตาราง ในกิจกรรม 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ตอบคำถามสะท้อนคิดในกิจกรรม 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ส่วนไหนของกระบวนการแก้จุดบกพร่องที่ยากที่สุด เพราะอะไร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4CAF50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ใช้กี่รอบถึงจะแก้โปรแกรมสำเร็จ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1.3 — หัวข้อ 3: แก้โค้ดเมื่อเขาวงกตเปลี่ยน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437</Words>
  <Application>Microsoft Office PowerPoint</Application>
  <PresentationFormat>แบบจอกว้าง</PresentationFormat>
  <Paragraphs>67</Paragraphs>
  <Slides>7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7</vt:i4>
      </vt:variant>
    </vt:vector>
  </HeadingPairs>
  <TitlesOfParts>
    <vt:vector size="12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2026-07-08T08:19:40Z</dcterms:modified>
  <cp:category/>
</cp:coreProperties>
</file>
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robots are not yet configured, allocate 2 min per robot. Connect via USB, open pgc.gogoboard.org, follow the 4 steps, click "Configure Robot".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3-4 mazes set up. If time is short, pre-build mazes and let students adjust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every student try driving. Make sure remotes work and students understand the buttons.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SESSION 1: NAVIGATE THE MAZE — BY HAND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0350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Chapter 1 — What is Coding?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E7D32"/>
                </a:solidFill>
                <a:latin typeface="Leelawadee UI"/>
                <a:ea typeface="Leelawadee UI"/>
                <a:cs typeface="Leelawadee UI"/>
              </a:rPr>
              <a:t>Today: We become robot programmers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6035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Give commands to a robot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Watch it follow our instructions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Can we make it navigate a maze?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989320"/>
            <a:ext cx="1174089" cy="4572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17408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Leelawadee UI"/>
                <a:ea typeface="Leelawadee UI"/>
                <a:cs typeface="Leelawadee UI"/>
              </a:rPr>
              <a:t>Activity 1.1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69033" y="5989320"/>
            <a:ext cx="1474012" cy="4572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69033" y="5989320"/>
            <a:ext cx="14740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Leelawadee UI"/>
                <a:ea typeface="Leelawadee UI"/>
                <a:cs typeface="Leelawadee UI"/>
              </a:rPr>
              <a:t>Time: 60 minutes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89349" y="5989320"/>
            <a:ext cx="4398264" cy="4572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9349" y="5989320"/>
            <a:ext cx="439826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Leelawadee UI"/>
                <a:ea typeface="Leelawadee UI"/>
                <a:cs typeface="Leelawadee UI"/>
              </a:rPr>
              <a:t>Materials: Robot car, IR remote, maze materials, target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3917" y="5989320"/>
            <a:ext cx="1698955" cy="4572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3917" y="5989320"/>
            <a:ext cx="169895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Leelawadee UI"/>
                <a:ea typeface="Leelawadee UI"/>
                <a:cs typeface="Leelawadee UI"/>
              </a:rPr>
              <a:t>No computers needed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48272" y="1589095"/>
            <a:ext cx="4974336" cy="3588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tudent-controlling-robot-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98823"/>
            <a:ext cx="4754880" cy="33689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Robot Setup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60350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Is the robot configured? (Teacher should have done this)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Does the IR remote work? Test the arrow buttons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If not configured: scan the QR code or go to d.gogoboard.org/robot-setup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92059" y="2087894"/>
            <a:ext cx="2962656" cy="29565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qr-robot-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1787" y="2197622"/>
            <a:ext cx="2743200" cy="27370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1.1 — Session 1: Navigate the Maze — by Hand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E7D32"/>
                </a:solidFill>
                <a:latin typeface="Leelawadee UI"/>
                <a:ea typeface="Leelawadee UI"/>
                <a:cs typeface="Leelawadee UI"/>
              </a:rPr>
              <a:t>Program the robot to navigate a maze and knock over a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60350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Build a maze with 2-3 turns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Place a target at the end (something easy to knock over)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Record a program so the robot does it automatically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60539" y="1353312"/>
            <a:ext cx="4425696" cy="44256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aze-layout-example-top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0267" y="1463040"/>
            <a:ext cx="420624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1.1 — Session 1: Navigate the Maze — by Hand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Build the Maze 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E7D32"/>
                </a:solidFill>
                <a:latin typeface="Leelawadee UI"/>
                <a:ea typeface="Leelawadee UI"/>
                <a:cs typeface="Leelawadee UI"/>
              </a:rPr>
              <a:t>Use blocks, chairs, books, or boxes as walls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Mark a clear </a:t>
            </a:r>
            <a:r>
              <a:rPr sz="2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starting position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Place a </a:t>
            </a:r>
            <a:r>
              <a:rPr sz="2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target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at the end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Include at least 2-3 turns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Make sure the target falls easily when touched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1.1 — Session 1: Navigate the Maze — by Hand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Practice Run (5 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Place the car at the starting position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633472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Use the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arrow buttons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on the IR remote to drive through the maze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3864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3666744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66674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83864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Try to knock over the target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8" y="4700016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70001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517136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Do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NOT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press </a:t>
            </a:r>
            <a:r>
              <a:rPr sz="1700" b="0" i="0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yet — this is practice only!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89139" y="1353312"/>
            <a:ext cx="4242816" cy="42428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r-remote-con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8867" y="1463040"/>
            <a:ext cx="4023360" cy="40233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1.1 — Session 1: Navigate the Maze — by Hand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Record the Program 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309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E7D32"/>
                </a:solidFill>
                <a:latin typeface="Leelawadee UI"/>
                <a:ea typeface="Leelawadee UI"/>
                <a:cs typeface="Leelawadee UI"/>
              </a:rPr>
              <a:t>Now let's make the robot do it automatically!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286000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2860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Place car at start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36392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3319272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31927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36392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Press </a:t>
            </a:r>
            <a:r>
              <a:rPr sz="1700" b="0" i="0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to start recording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9664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4352544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35254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169664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Drive through the maze, knock over target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202936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5385816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38581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02936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Press </a:t>
            </a:r>
            <a:r>
              <a:rPr sz="1700" b="0" i="0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again to stop recording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68312" y="1876654"/>
            <a:ext cx="4684471" cy="31961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red-recording-indic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986382"/>
            <a:ext cx="4465015" cy="297667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178040" y="5127650"/>
            <a:ext cx="44650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The screen turns red during recording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1.1 — Session 1: Navigate the Maze — by Hand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Test the Program (15 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Place the car at the EXACT same starting position. Reset the target.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633472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Press </a:t>
            </a:r>
            <a:r>
              <a:rPr sz="1700" b="0" i="0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#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to replay the program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3864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3666744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66674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83864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Try 3 times — record results in your workbook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54296"/>
            <a:ext cx="11094415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654296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Fill in the table in Activity 1.1 — "Test the Program"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1.1 — Session 1: Navigate the Maze — by Hand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What If We Change the Start?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E7D32"/>
                </a:solidFill>
                <a:latin typeface="Leelawadee UI"/>
                <a:ea typeface="Leelawadee UI"/>
                <a:cs typeface="Leelawadee UI"/>
              </a:rPr>
              <a:t>Experiment: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60350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Place the robot at a </a:t>
            </a: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slightly different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start position — what happens?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Place the robot facing a </a:t>
            </a: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different direction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— what happens?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394960"/>
            <a:ext cx="6035040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394960"/>
            <a:ext cx="5577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Fill in the experiment table in Activity 1.1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93992" y="2185474"/>
            <a:ext cx="4958791" cy="276137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tart-position-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295202"/>
            <a:ext cx="4739335" cy="254191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1.1 — Session 1: Navigate the Maze — by Hand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94484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C107"/>
                </a:solidFill>
                <a:latin typeface="Leelawadee UI"/>
                <a:ea typeface="Leelawadee UI"/>
                <a:cs typeface="Leelawadee UI"/>
              </a:rPr>
              <a:t>KEY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7135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Same program + different starting position = different result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09647" y="3931920"/>
            <a:ext cx="7772400" cy="2103120"/>
          </a:xfrm>
          <a:prstGeom prst="roundRect">
            <a:avLst>
              <a:gd name="adj" fmla="val 10000"/>
            </a:avLst>
          </a:prstGeom>
          <a:solidFill>
            <a:srgbClr val="388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58287" y="4297680"/>
            <a:ext cx="66751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A program is a </a:t>
            </a:r>
            <a:r>
              <a:rPr sz="18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sequence of commands</a:t>
            </a:r>
            <a:r>
              <a:rPr sz="1800" b="0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that runs in order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The program doesn't "see" — it just follows instructions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Starting conditions matter!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A5D6A7"/>
                </a:solidFill>
                <a:latin typeface="Leelawadee UI"/>
                <a:ea typeface="Leelawadee UI"/>
                <a:cs typeface="Leelawadee UI"/>
              </a:rPr>
              <a:t>Activity 1.1 — Session 1: Navigate the Maze — by Hand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A5D6A7"/>
                </a:solidFill>
                <a:latin typeface="Leelawadee UI"/>
                <a:ea typeface="Leelawadee UI"/>
                <a:cs typeface="Leelawade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Reflection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29260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Answer the two reflection questions in Activity 1.1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60320"/>
            <a:ext cx="96313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1.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Why does starting position matter?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2.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What is the difference between driving manually and using a program?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1.1 — Session 1: Navigate the Maze — by Hand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Challenge — Competition!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E7D32"/>
                </a:solidFill>
                <a:latin typeface="Leelawadee UI"/>
                <a:ea typeface="Leelawadee UI"/>
                <a:cs typeface="Leelawadee UI"/>
              </a:rPr>
              <a:t>Which group can reach the target the fastest?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40280"/>
            <a:ext cx="11094415" cy="29260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06040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Write down your group's time in Activity 1.1 — "Challenge: Competition"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313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Time each group's program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Record your time in the workbook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1.1 — Session 1: Navigate the Maze — by Hand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
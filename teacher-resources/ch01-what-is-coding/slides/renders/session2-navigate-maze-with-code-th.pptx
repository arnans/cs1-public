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Prompt" panose="00000500000000000000" pitchFamily="2" charset="-34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5EC53-37CB-44B8-9B51-A7DF2259ED68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774FB-2EA8-4DE4-9348-ABBEC054BB9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694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สาธิตบนโปรเจกเตอร์ก่อน ถ้าบล็อกไม่แสดง ให้คลิกปุ่ม "Upload" และตรวจสอบว่ารถหุ่นยนต์เชื่อมต่อ WiFi อยู่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เดินดูแต่ละกลุ่ม ตรวจสอบว่านักเรียนแยกชนิดของบล็อกได้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หัวข้อ 2: ฝ่าเขาวงกต — ด้วยโค้ด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ดูโปรแกรมเขาวงกตในรูปแบบบล็อก </a:t>
            </a:r>
            <a:br/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แล้วทำให้กระชับขึ้น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ดูว่าโปรแกรมหน้าตาเป็นอย่างไรเมื่อแสดงเป็นโค้ด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เรียนรู้การยุบรวมบล็อกที่ซ้ำกัน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กิจกรรม 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เวลา: 45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34853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3485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อุปกรณ์: คอมพิวเตอร์ รถหุ่นยนต์ เขาวงกตจากหัวข้อ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4301" y="59893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4301" y="598932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เว็บแอป: pgc.gogoboard.org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361160"/>
            <a:ext cx="4974336" cy="4044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gc-overal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70888"/>
            <a:ext cx="4754880" cy="38247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เชื่อมต่อกับเว็บแอป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เปิดเว็บไซต์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pgc.gogoboard.org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ในเบราว์เซอร์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ตรวจสอบว่า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Robot ID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ที่มุมบนขวาตรงกับ ID ที่แสดงบนหน้าจอรถหุ่นยนต์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วางรถหุ่นยนต์ที่จุดเริ่มต้น กดปุ่ม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บนรีโมต IR บังคับรถหุ่นยนต์ผ่านเขาวงกต แล้วกดปุ่ม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อีกครั้งเพื่อหยุด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โปรแกรมจะแสดงเป็นบล็อกอัตโนมัติ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003096"/>
            <a:ext cx="4684471" cy="2943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gc-blocks-code-screen-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12824"/>
            <a:ext cx="4465015" cy="27237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อ่านบล็อกให้ออก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ลองสังเกตบล็อกที่ปรากฏขึ้นมา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บล็อกไหนคือ "forward"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บล็อกไหนคือ "turn"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ดูออกหรือไม่ว่าโปรแกรมจะสั่งให้รถหุ่นยนต์ทำอะไร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บล็อกเยอะเกินไป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นับจำนวนบล็อกในโปรแกรมของเรา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บล็อกที่ซ้ำกันจำนวนมากทำให้โปรแกรมอ่านยากและแก้ไขยาก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ถ้าทำให้กระชับขึ้นได้ล่ะ?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ตอบคำถามในหัวข้อ "บล็อกเยอะเกินไป" (มีบล็อกกี่บล็อก มีบล็อกอะไรที่เรียงซ้ำ ๆ กันบ้าง)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6031" y="1353312"/>
            <a:ext cx="2054713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ny-repeated-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759" y="1463040"/>
            <a:ext cx="1835257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ยุบรวมบล็อกที่ซ้ำกัน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คลิกบล็อกที่ซ้ำกัน จะมีเมนูขึ้นมา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Combine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ทำแบบนี้กับบล็อกที่ซ้ำทั้งหมดในโปรแกรม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 Code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แล้วทดสอบ การทำงานเหมือนเดิมหรือไม่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เติมตารางผลลัพธ์ ก่อน/หลัง ในหัวข้อ "ยุบรวมบล็อกที่ซ้ำกัน"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876654"/>
            <a:ext cx="4684471" cy="31961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mbining-blocks-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86382"/>
            <a:ext cx="4465015" cy="2976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ทำไมต้องยุบรวม?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forward forward forward forward forward  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→  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forward(5)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อ่านง่ายขึ้น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แก้ไขง่ายขึ้น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ทำงานเหมือนเดิม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อ้างอิง: ปุ่มบนเว็บแอป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ปุ่ม / ทางลัด</a:t>
                      </a:r>
                    </a:p>
                  </a:txBody>
                  <a:tcPr marL="164592" marR="164592"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หน้าที่</a:t>
                      </a:r>
                    </a:p>
                  </a:txBody>
                  <a:tcPr marL="164592" marR="164592" anchor="ctr"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Upload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ดึงโปรแกรมจากรถหุ่นยนต์มาแสดงในเว็บแอป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Run Code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ส่งโปรแกรมไปที่รถหุ่นยนต์แล้วสั่งทำงาน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Stop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หยุดรถหุ่นยนต์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Ctrl-Z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ย้อนกลับการเปลี่ยนแปลงล่าสุด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 </a:t>
            </a:r>
            <a:r>
              <a:rPr sz="20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forward(5)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จึงดีกว่าบล็อก forward แยก 5 บล็อก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ถ้าต้องแก้โปรแกรม แบบไหนแก้ง่ายกว่ากัน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1.2 — หัวข้อ 2: ฝ่าเขาวงกต — ด้วยโค้ด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541</Words>
  <Application>Microsoft Office PowerPoint</Application>
  <PresentationFormat>แบบจอกว้าง</PresentationFormat>
  <Paragraphs>74</Paragraphs>
  <Slides>8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4" baseType="lpstr">
      <vt:lpstr>Prompt</vt:lpstr>
      <vt:lpstr>Consolas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2026-07-08T08:19:39Z</dcterms:modified>
  <cp:category/>
</cp:coreProperties>
</file>
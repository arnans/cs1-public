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rompt" panose="00000500000000000000" pitchFamily="2" charset="-3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9A71D-0CE6-4F1A-8ABD-4AB15127E16B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F4461-1999-4A9C-B38F-6B18C5570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73964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บล็อกคำสั่ง "sensor is" ตรวจสอบว่าเซ็นเซอร์อยู่ในโซนสีไหน ให้คำตอบใช่หรือไม่ใช่อย่างง่าย เหมาะสำหรับใช้กับบล็อกคำสั่ง If การกดปุ่มจะส่งค่าไปที่ 1023 ซึ่งอยู่ในโซนแดง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นักเรียนที่ลืมบล็อกคำสั่ง forever จะเห็นโค้ดทำงานแค่ครั้งเดียว เป็นความผิดพลาดที่มีประโยชน์ ให้ถามว่า "โปรแกรมของเราตรวจสอบเซ็นเซอร์บ่อยแค่ไหน"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หัวข้อ 3: การใช้บล็อกคำสั่ง IF เพื่อสร้างเงื่อนไข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สร้างโปรแกรมที่ทำงานตอบสนองค่าเซ็นเซอร์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ที่ผ่านมา โปรแกรมของเราทำงานเหมือนเดิมทุกครั้ง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วันนี้โปรแกรมจะ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ตัดสินใจ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กิจกรรม 2.3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เวลา: 50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499811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499811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อุปกรณ์: GoGo Board เซ็นเซอร์ปุ่มกด เซ็นเซอร์วัดความเข้มแสง LED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5989320"/>
            <a:ext cx="222382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5989320"/>
            <a:ext cx="22238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เว็บแอป: code.gogoboard.org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239696"/>
            <a:ext cx="4974336" cy="42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de-if-sensor-red-led-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49424"/>
            <a:ext cx="4754880" cy="4067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เงื่อนไขคืออะไร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If [เงื่อนไขเป็นจริง] then [ทำสิ่งนี้]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เงื่อนไข คือ สิ่งที่ตรวจสอบแล้วได้ผลเป็น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จริง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หรือ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เท็จ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If จะทำงาน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เฉพาะเมื่อเงื่อนไขเป็นจริง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ในชีวิตจริง: ถ้าฝนตก จึงหยิบร่ม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โซนสีของเซ็นเซอร์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จำสีของกราฟแท่งบนจอ LCD ได้ไหม? โค้ดใช้โซนสีเดียวกัน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5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สี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ช่วงค่า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ความหมาย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เขียว (Green)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0–350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ค่าต่ำ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เหลือง (Yellow)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351–700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ค่ากลาง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แดง (Red)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701–1023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ค่าสูง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สร้างโปรแกรม — กดปุ่มแล้ว LED ติด (20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If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sensor 1 is Red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then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เปิด 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ใส่ไว้ในบล็อกคำสั่ง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forever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เพื่อให้ตรวจสอบเซ็นเซอร์ซ้ำไปเรื่อย 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ลองกดเซ็นเซอร์ปุ่ม — เกิดอะไรขึ้น?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จดพฤติกรรมของ LED เมื่อกดปุ่มและปล่อยปุ่ม ในกิจกรรม 2.3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455123"/>
            <a:ext cx="4684471" cy="40391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de-if-sensor-red-led-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64851"/>
            <a:ext cx="4465015" cy="381973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 LED ไม่ยอมดับ?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เรายังไม่ได้บอกให้ปิดไฟ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"+"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ที่อยู่ด้านล่างของบล็อก If เพื่อให้ส่วน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else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ปรากฏขึ้น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ใส่บล็อกคำสั่งปิด LED ในช่อง else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 แล้วทดสอบอีกครั้ง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0441" y="1353312"/>
            <a:ext cx="3765893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de-if-else-led-on-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169" y="1463040"/>
            <a:ext cx="3546437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การทดลอง 3 แบบ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→ ส่งเสียง beep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เปลี่ยนการกระทำ (บล็อกคำสั่ง beep อยู่ในหมวด Sound)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ไฟกลางคืนอัตโนมัติ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เซ็นเซอร์วัดความเข้มแสง + บล็อกคำสั่ง If สองตัว: โซนเขียว (มืด) เปิด LED โซนแดง (สว่างมาก) ปิด 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→ หมุนมอเตอร์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ลองใช้บล็อกคำสั่ง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"not"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(หมวด Logic) เพื่อกลับเงื่อนไข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บันทึกผลการทดลองแต่ละแบบในกิจกรรม 2.3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72567" y="1353312"/>
            <a:ext cx="3475961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ode-auto-night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295" y="1463040"/>
            <a:ext cx="3256505" cy="4023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โปรแกรมตัดสินใจได้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นี่คือสิ่งที่ทำให้โปรแกรมต่างจากลำดับคำสั่งที่ตายตัว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เซ็นเซอร์ + เงื่อนไข + การกระทำ = โปรแกรมที่ทำงานตอบสนองโลกจริง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If มีประโยชน์อย่างไร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ลองยกตัวอย่างของเงื่อนไขในชีวิตจริงมา 1 อย่าง (สิ่งที่ต้องตรวจสอบก่อนทำ)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2.3 — หัวข้อ 3: การใช้บล็อกคำสั่ง If เพื่อสร้างเงื่อนไข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620</Words>
  <Application>Microsoft Office PowerPoint</Application>
  <PresentationFormat>แบบจอกว้าง</PresentationFormat>
  <Paragraphs>75</Paragraphs>
  <Slides>8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3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2026-07-08T08:19:47Z</dcterms:modified>
  <cp:category/>
</cp:coreProperties>
</file>
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"Try Built-in Sensors" section in Activity 2.4 was skipped, demo the accelerometer values on the LCD before students start — this may be their first time seeing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Observe who tests systematically — observing values before choosing thresholds — and who guesses. This informs the rubric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SESSION 6: ASSESSMENT — TILT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Build a game controller that works by tilting the 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built-in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accelerometer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No extra sensors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Assessment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698955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69895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Time: 45-60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4331" y="5989320"/>
            <a:ext cx="3423513" cy="457200"/>
          </a:xfrm>
          <a:prstGeom prst="roundRect">
            <a:avLst>
              <a:gd name="adj" fmla="val 5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4331" y="5989320"/>
            <a:ext cx="3423513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Materials: GoGo Board, USB cable,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935924"/>
            <a:ext cx="4974336" cy="28947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ilt-controller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5652"/>
            <a:ext cx="4754880" cy="26752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Tilt the board to send arrow keys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Tilt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left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→ send the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left arrow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key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Tilt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right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→ send the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right arrow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key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Optional: tilt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forward / backward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→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up / down arrow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Tilt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Observe first — just like the vibration sensor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accelerometer block is in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Sensing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category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Watch the value on the LCD while tilting left and right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Find the value when the board is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flat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that is the middle point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Choose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threshold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on each side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Remember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forever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Tilt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Before presenting, make sure you can check all of these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Write the program with If blocks for left and right tilt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and find the right threshold values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the game using tilt controls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Optional: add up and down for 4-direction control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Explain the program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Game ideas: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Pac-Man, Snake, Tetris, Breakout — d.gogoboard.org/games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Tilt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Work Time (30-35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Observe, choose thresholds, code,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Observe the tilt values </a:t>
            </a: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before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choosing thresholds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after every change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Adjust thresholds until the controls feel right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2123177"/>
            <a:ext cx="4958791" cy="288596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ilt-controller-g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232905"/>
            <a:ext cx="4739335" cy="26665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Tilt Controller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Presentations (5-10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Show the class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Play your game — tilt to control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Explain: how many If blocks? What thresholds did you choose?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What did you adjust along the way?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Tilt Controller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Write your answers on the task sheet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0604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How is the tilt controller different from the button and sensor controllers we built before?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does the threshold value matter for the accelerometer?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Tilt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Chapter 2 Summary — What We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Sensors detect the real world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turning touch, light, movement into numbers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Actuators affect the real world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motors spin, LEDs light up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3.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Code gives precise control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exactly what happens, and when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4.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The If block makes decisions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programs check conditions before acting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5.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Color zones and thresholds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two ways to make conditions from sensor values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6.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USB keyboard bridges physical and digital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the GoGo Board sends key presses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7. 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Extensions add new capabilities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like the GoGo Touch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Tilt Controller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219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Skills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565C0"/>
                </a:solidFill>
                <a:latin typeface="Leelawadee UI"/>
                <a:ea typeface="Leelawadee UI"/>
                <a:cs typeface="Leelawadee UI"/>
              </a:rPr>
              <a:t>Can you do all of these?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84048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Read sensor values and control actuators using the LCD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Write and run programs in code.gogoboard.org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If block to connect sensors to output control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Use the USB keyboard to send key presses to a computer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Set up and use the GoGo Touch module</a:t>
            </a:r>
          </a:p>
          <a:p>
            <a:pPr marL="310896" indent="-310896">
              <a:lnSpc>
                <a:spcPct val="115000"/>
              </a:lnSpc>
              <a:spcAft>
                <a:spcPts val="1100"/>
              </a:spcAft>
            </a:pPr>
            <a:r>
              <a:rPr sz="1700" b="1" i="0">
                <a:solidFill>
                  <a:srgbClr val="2196F3"/>
                </a:solidFill>
                <a:latin typeface="Leelawadee UI"/>
                <a:ea typeface="Leelawadee UI"/>
                <a:cs typeface="Leelawadee UI"/>
              </a:rPr>
              <a:t>☐  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 a creative game controller with conductive materials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Assessment — Session 6: Assessment — Tilt Controller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
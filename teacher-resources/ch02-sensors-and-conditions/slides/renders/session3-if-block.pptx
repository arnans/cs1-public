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"sensor is" block checks which color zone a sensor is in — a simple yes/no answer, perfect for the If block. Pressing the button sends the value to 1023 (Red zone).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who forget the forever loop will see the code work only once — a productive mistake. Ask: "How often does your program check the sensor?"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SESSION 3: MAKING DECISIONS WITH THE IF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Make programs that respond to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So far, our programs run the same way every time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 they learn to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decide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Activity 2.3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Time: 50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5522976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5522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Materials: GoGo Board, button sensor, brightness sensor, LED,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8629" y="5989320"/>
            <a:ext cx="222382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8629" y="5989320"/>
            <a:ext cx="22238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Webapp: code.gogoboard.org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239696"/>
            <a:ext cx="4974336" cy="42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-if-sensor-red-led-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49424"/>
            <a:ext cx="4754880" cy="4067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If [condition is true] then [do this action]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 condition is a check that is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true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or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false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If block runs its action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only when the condition is true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Real life: IF it rains, THEN take an umbrella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2.3 — Session 3: Making Decisions with the If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Sensor Color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Remember the bar graph colors on the LCD? Code uses the same zones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5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Color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Value Range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Meaning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Green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0–350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Low values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Yellow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351–700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Medium values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Red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701–1023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High values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2.3 — Session 3: Making Decisions with the If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 It — If Button Then LED (20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sensor 1 is Red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turn on 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Put it inside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forever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loop — it keeps checking over and 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the button sensor — what happens?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what the LED does when pressed and released — Activity 2.3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1455123"/>
            <a:ext cx="4684471" cy="40391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de-if-sensor-red-led-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64851"/>
            <a:ext cx="4465015" cy="381973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2.3 — Session 3: Making Decisions with the If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LED Never Turns Off!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We never told it to turn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"+"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at the bottom of the If block to reveal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else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Put the LED off block in the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else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section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 and test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0441" y="1353312"/>
            <a:ext cx="3765893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-if-else-led-on-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169" y="1463040"/>
            <a:ext cx="3546437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2.3 — Session 3: Making Decisions with the If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Three Experiments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Button → Beep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swap the action (beep block is in Sound)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Automatic nightlight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brightness sensor + two If blocks: Green (dark) LED on, Red (bright) LED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Button → Motor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use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"not"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(Logic) to reverse a condition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the results of each experiment in Activity 2.3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72567" y="1353312"/>
            <a:ext cx="3475961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de-auto-night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295" y="1463040"/>
            <a:ext cx="3256505" cy="4023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2.3 — Session 3: Making Decisions with the If 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Programs can make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This is what makes them different from a fixed sequence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Sensor + condition + action = a program that responds to the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Activity 2.3 — Session 3: Making Decisions with the If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is the If block useful?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Give one example of a real-world condition — something that checks before acting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2.3 — Session 3: Making Decisions with the If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
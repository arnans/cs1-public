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59D43-4D1C-429F-ABA4-D4A4F2B007B6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29B67-0F16-4791-A482-5732943B51F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4672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ถ้าข้ามหัวข้อ "ลองใช้เซ็นเซอร์ตัวอื่น" ในกิจกรรม 2.4 ไป ให้สาธิตค่า accelerometer บนจอ LCD ก่อนเริ่ม เพราะอาจเป็นครั้งแรกที่นักเรียนได้เห็น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สังเกตว่าใครทดสอบอย่างเป็นระบบ (สังเกตค่าก่อนเลือกค่าเกณฑ์) และใครใช้วิธีเดา ข้อสังเกตนี้ใช้ประกอบการให้คะแนนตามเกณฑ์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หัวข้อ 6: ประเมินผล — เกมคอนโทรลเลอร์แบบเอียงบอร์ด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โจทย์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สร้างเกมคอนโทรลเลอร์</a:t>
            </a:r>
            <a:br/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ที่ควบคุมด้วยการเอียงบอร์ด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accelerometer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ที่อยู่ในตัว GoGo Board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ไม่ต้องใช้เซ็นเซอร์เพิ่ม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874166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8741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ประเมินผล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9110" y="5989320"/>
            <a:ext cx="139903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69110" y="5989320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เวลา: 45-60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4446" y="5989320"/>
            <a:ext cx="289864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4446" y="5989320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อุปกรณ์: GoGo Board สาย USB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935924"/>
            <a:ext cx="4974336" cy="2894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ilt-controller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5652"/>
            <a:ext cx="4754880" cy="2675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วิธีการทำงาน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เอียงบอร์ดเพื่อส่งปุ่มลูกศร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เอียงไปทาง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ซ้าย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ส่งปุ่ม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ลูกศรซ้าย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เอียงไปทาง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ขวา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ส่งปุ่ม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ลูกศรขวา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เพิ่มเติม: เอียงไป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ข้างหน้า / ข้างหลัง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ส่งปุ่ม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ลูกศรขึ้น / ลูกศรลง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แนวทางเริ่มต้น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สังเกตก่อน — เหมือนเซ็นเซอร์วัดการสั่นสะเทือน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accelerometer อยู่ในหมวด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Sensing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เอียงบอร์ดไปซ้ายและขวาพร้อมสังเกตค่าบนจอ LCD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หาค่าเมื่อบอร์ด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วางราบ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นั่นคือจุดกึ่งกลาง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ค่าเกณฑ์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ทั้งสองฝั่ง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อย่าลืมบล็อกคำสั่ง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forever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รายการตรวจสอบ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ก่อนนำเสนอ ต้องทำสิ่งเหล่านี้ให้ครบ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เขียนโปรแกรมด้วยบล็อกคำสั่ง If สำหรับเอียงซ้ายและขวา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ทดสอบและหาค่าเกณฑ์ที่เหมาะสม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เล่นเกมด้วยการเอียงบอร์ด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เพิ่มเติม: เพิ่มการเอียงข้างหน้า-ข้างหลังให้ควบคุมได้ 4 ทิศทาง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อธิบายโปรแกรมให้เพื่อนฟัง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เกมแนะนำ: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Pac-Man, Snake, Tetris, Breakout — d.gogoboard.org/games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ลงมือทำ (30-35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สังเกต เลือกค่าเกณฑ์ เขียนโค้ด 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สังเกตค่าเมื่อเอียง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ก่อน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เลือกค่าเกณฑ์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ทดสอบทุกครั้งที่แก้ไข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ปรับค่าเกณฑ์จนบังคับเกมได้ลื่น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23177"/>
            <a:ext cx="4958791" cy="28859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ilt-controller-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32905"/>
            <a:ext cx="4739335" cy="2666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นำเสนอ (5-10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แสดงให้เพื่อนดู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เล่นเกมของเรา — เอียงบอร์ดเพื่อควบคุม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อธิบาย: ใช้บล็อกคำสั่ง If กี่ตัว เลือกค่าเกณฑ์เท่าไร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ระหว่างทางได้ปรับอะไรบ้าง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สะท้อนคิดท้ายบท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เขียนคำตอบลงในใบงาน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คอนโทรลเลอร์แบบเอียงบอร์ดต่างจากเกมคอนโทรลเลอร์ปุ่มกดและเซ็นเซอร์ที่เราสร้างก่อนหน้านี้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ทำไมค่าเกณฑ์จึงสำคัญสำหรับ accelerometer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สรุปกิจกรรมที่ 2 — สิ่งที่เราได้เรียนรู้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เซ็นเซอร์ตรวจจับสิ่งต่าง ๆ ในโลกจริง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แปลงการสัมผัส แสง และการเคลื่อนไหวให้เป็นตัวเลข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2.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อุปกรณ์เอาต์พุตส่งผลต่อโลกจริง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มอเตอร์หมุน LED สว่างขึ้น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3.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โค้ดช่วยให้ควบคุมได้อย่างแม่นยำ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เราเป็นคนกำหนดว่าจะเกิดอะไรขึ้นเมื่อไร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4.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บล็อกคำสั่ง If ช่วยตัดสินใจ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โปรแกรมตรวจสอบเงื่อนไขก่อนทำงาน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5.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โซนสีและค่าเกณฑ์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เป็นสองวิธีในการสร้างเงื่อนไขจากค่าเซ็นเซอร์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6.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แป้นพิมพ์ USB เชื่อมโลกกายภาพกับดิจิทัล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GoGo Board ส่งปุ่มคีย์บอร์ดผ่าน USB ได้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7.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ส่วนเสริมเพิ่มความสามารถใหม่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เช่น GoGo 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ทักษะที่ได้เรียนรู้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ทำได้ครบทุกข้อหรือยัง?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อ่านค่าเซ็นเซอร์และควบคุมอุปกรณ์เอาต์พุตผ่านหน้าจอ LCD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เขียนและรันโปรแกรมใน code.gogoboard.org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 If เชื่อมต่อเซ็นเซอร์กับการควบคุมเอาต์พุต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ใช้แป้นพิมพ์ USB ส่งปุ่มกดไปยังคอมพิวเตอร์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ตั้งค่าและใช้งานเซ็นเซอร์สัมผัส GoGo Touch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สร้างเกมคอนโทรลเลอร์อย่างสร้างสรรค์ด้วยวัสดุนำไฟฟ้า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เกมคอนโทรลเลอร์แบบเอียงบอร์ด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702</Words>
  <Application>Microsoft Office PowerPoint</Application>
  <PresentationFormat>แบบจอกว้าง</PresentationFormat>
  <Paragraphs>79</Paragraphs>
  <Slides>9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2026-07-08T08:19:52Z</dcterms:modified>
  <cp:category/>
</cp:coreProperties>
</file>
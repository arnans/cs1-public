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Extensions add support for extra hardware — this is how the webapp grows new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Touching pads during setup confuses the calibration — the most common cause of a "broken" controller. Stop and re-run to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 + ground = circuit. A missing ground connection is the most common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SESSION 5: GOGO TOUCH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 controller with more than one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Our vibration controller sends only one key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Many games need more — Pac-Man needs 4 directions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Meet the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Touch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Activity 2.5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Time: 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6422745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642274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Materials: GoGo Board, GoGo Touch, alligator clips, conductive materials,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936310"/>
            <a:ext cx="4974336" cy="2893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cman-gogo-touch-pad-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6038"/>
            <a:ext cx="4754880" cy="26744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Meet the GoGo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6 touch inputs on one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4 directional pads: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Up, Down, Left, Right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2 buttons: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 and B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Connects to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Add-ons port 1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(the black port)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Capacitive touch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same technology as a phone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1844331"/>
            <a:ext cx="4958791" cy="344365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ogo-touch-module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54059"/>
            <a:ext cx="4739335" cy="32242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Load the Extension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 code.gogoboard.org, select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Extension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Touch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New blocks appear in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Touch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1382173"/>
            <a:ext cx="4684471" cy="41850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-extensions-menu-gogo-tou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491901"/>
            <a:ext cx="4465015" cy="39656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Pac-Man Program (20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Start with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"setup GoGo Touch"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— do NOT touch any pads while it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forever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loop with 4 If blocks — one per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Each: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touched "up"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tap key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Up Arrow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(and so 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"each time wait 50 ms" stops keys from flooding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7762" y="1353312"/>
            <a:ext cx="1725571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de-pacman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490" y="1463040"/>
            <a:ext cx="1506115" cy="4023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Test, Then Play Pac-Man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Touch each pad — does the right arrow key arrive?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d.gogoboard.org/ch2-pacman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with the controller we built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pad test table in Activity 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Mission 2 — Creative Controller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Extend the pads to everyday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Alligator clips connect pads to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conductive materials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Fruits, aluminum foil, play-doh, even water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Touching the material = touching the pad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signal flows: pad → material → body →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33827"/>
            <a:ext cx="4958791" cy="28646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eative-controller-example1-ban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43555"/>
            <a:ext cx="4739335" cy="2645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Design Your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Plan before you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Choose a game — which keys does it need?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Pick a material for each key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all materials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BEFORE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running the program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Not working? Check ground, check the material is conductive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game plan and material table in Activity 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Try another group's 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Swap stations with another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their game with their 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Which material is the most creative?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00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the group, game, and most creative material in Activity 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physical design matters as much as the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"Key touched" gives a yes/no — no threshold needed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Different sensors give different kinds of answers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Technology can be creative and playful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"Key touched" block gives a yes or no answer — how is this different from a threshold?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was the most creative material you saw?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2.5 — Session 5: GoGo Touch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
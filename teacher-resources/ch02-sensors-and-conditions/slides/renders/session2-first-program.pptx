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on the projector first. If there is no beep, reconnect and select "GoGo Board 7" again. Check that USB cables support data transfer.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Download only sends the program — nothing happens until Run. This trips up many groups.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SESSION 2: OUR FIRST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0350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Today's 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Write and run our first program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6035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A new webapp: </a:t>
            </a:r>
            <a:r>
              <a:rPr sz="1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code.gogoboard.org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Learn the </a:t>
            </a:r>
            <a:r>
              <a:rPr sz="1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Download → Run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989320"/>
            <a:ext cx="1174089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17408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Activity 2.2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69033" y="5989320"/>
            <a:ext cx="1474012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69033" y="5989320"/>
            <a:ext cx="14740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Time: 30 minutes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89349" y="5989320"/>
            <a:ext cx="4173321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9349" y="5989320"/>
            <a:ext cx="417332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Materials: GoGo Board, DC motor, USB cable, computer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08974" y="5989320"/>
            <a:ext cx="2223820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8974" y="5989320"/>
            <a:ext cx="22238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Webapp: code.gogoboard.org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48272" y="1097355"/>
            <a:ext cx="4974336" cy="45718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ode-gogoboard-inte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207083"/>
            <a:ext cx="4754880" cy="43523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A New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Goodbye pgc.gogoboard.org — hello code.gogoboard.org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In Chapter 1 we recorded programs with the remote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From now on we </a:t>
            </a:r>
            <a:r>
              <a:rPr sz="2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write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programs ourselves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code.gogoboard.org is our main tool from here on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Connection is by USB cable — no WiFi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2.2 — Session 2: Our First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Connect to the Webapp (10 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Open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code.gogoboard.org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in the browser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Connect the GoGo Board with the USB cable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83864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Press the connect button, choose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"Wired (USB)"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, select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"GoGo Board 7"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8" y="4700016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70001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517136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Find the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"Test your board"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card and press the bell symbol — hear a beep?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38732" y="2126742"/>
            <a:ext cx="3143631" cy="26959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ode-test-board-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8460" y="2236470"/>
            <a:ext cx="2924175" cy="24765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2.2 — Session 2: Our First Program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The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Motor on 2s → off 1s → on 2s → off → beep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60350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Connect the DC motor to </a:t>
            </a: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output port 1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Drag the blocks to build this program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Blocks live in the </a:t>
            </a: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Output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, </a:t>
            </a: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Time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, and </a:t>
            </a: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Sound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categories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394960"/>
            <a:ext cx="6035040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394960"/>
            <a:ext cx="5577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The block table in Activity 2.2 shows which category each block is 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90925" y="1353312"/>
            <a:ext cx="2964924" cy="44256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de-motor-on-off-on-b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653" y="1463040"/>
            <a:ext cx="2745468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2.2 — Session 2: Our First Program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Download and Run (15 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Press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Download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to send the program to the GoGo 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Press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Run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— go to the "Run Program" screen on the LCD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83864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Watch: the 3 purple LEDs above the LCD light 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8" y="4700016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70001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517136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The motor spins 2s, pauses 1s, spins 2s, then beeps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45236" y="1353312"/>
            <a:ext cx="4530622" cy="42428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gogoboard-run-le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4964" y="1463040"/>
            <a:ext cx="4311166" cy="402335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2.2 — Session 2: Our First Program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Make the program yours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Change the wait times — what happens?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Add more steps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Challenge: can the motor do a </a:t>
            </a:r>
            <a:r>
              <a:rPr sz="2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short-long-short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pattern?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86400"/>
            <a:ext cx="11094415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486400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Record your experiment in Activity 2.2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2.2 — Session 2: Our First Program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94484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C107"/>
                </a:solidFill>
                <a:latin typeface="Leelawadee UI"/>
                <a:ea typeface="Leelawadee UI"/>
                <a:cs typeface="Leelawadee UI"/>
              </a:rPr>
              <a:t>WHY CODE?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7135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Code gives us precise control over timing and sequence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09647" y="3931920"/>
            <a:ext cx="7772400" cy="2103120"/>
          </a:xfrm>
          <a:prstGeom prst="roundRect">
            <a:avLst>
              <a:gd name="adj" fmla="val 10000"/>
            </a:avLst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58287" y="4297680"/>
            <a:ext cx="66751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The LCD menu can turn things on and off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Code says: "on for exactly 2 seconds, then beep"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We decide exactly what happens, and when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0CAF9"/>
                </a:solidFill>
                <a:latin typeface="Leelawadee UI"/>
                <a:ea typeface="Leelawadee UI"/>
                <a:cs typeface="Leelawadee UI"/>
              </a:rPr>
              <a:t>Activity 2.2 — Session 2: Our First Program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0CAF9"/>
                </a:solidFill>
                <a:latin typeface="Leelawadee UI"/>
                <a:ea typeface="Leelawadee UI"/>
                <a:cs typeface="Leelawade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Reflection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29260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Answer the reflection question in Activity 2.2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60320"/>
            <a:ext cx="96313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1.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When is using code more useful than controlling through the LCD menu?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2.2 — Session 2: Our First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
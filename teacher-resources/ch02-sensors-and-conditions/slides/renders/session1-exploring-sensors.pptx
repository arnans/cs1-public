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the finished vibration-sensor controller for 30 seconds. No explanation needed — just let students see what they are working toward.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joystick navigation once as a class before students try on their own — this is the most common stumbling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Actuators are the opposite of sensors — instead of reading the world, they act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SESSION 1: EXPLORING SENSORS AND ACTUATORS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60350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Chapter 2 — Sensors and Conditions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565C0"/>
                </a:solidFill>
                <a:latin typeface="Leelawadee UI"/>
                <a:ea typeface="Leelawadee UI"/>
                <a:cs typeface="Leelawadee UI"/>
              </a:rPr>
              <a:t>This chapter: play real games </a:t>
            </a:r>
            <a:br/>
            <a:r>
              <a:rPr sz="2100" b="1" i="0">
                <a:solidFill>
                  <a:srgbClr val="1565C0"/>
                </a:solidFill>
                <a:latin typeface="Leelawadee UI"/>
                <a:ea typeface="Leelawadee UI"/>
                <a:cs typeface="Leelawadee UI"/>
              </a:rPr>
              <a:t>with sensors we build ourselves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60350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Sensors detect the real world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Actuators create actions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Today: explore both — no code needed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989320"/>
            <a:ext cx="1174089" cy="4572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17408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Leelawadee UI"/>
                <a:ea typeface="Leelawadee UI"/>
                <a:cs typeface="Leelawadee UI"/>
              </a:rPr>
              <a:t>Activity 2.1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69033" y="5989320"/>
            <a:ext cx="1474012" cy="4572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69033" y="5989320"/>
            <a:ext cx="14740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Leelawadee UI"/>
                <a:ea typeface="Leelawadee UI"/>
                <a:cs typeface="Leelawadee UI"/>
              </a:rPr>
              <a:t>Time: 35 minutes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89349" y="5989320"/>
            <a:ext cx="5522976" cy="4572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9349" y="5989320"/>
            <a:ext cx="55229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Leelawadee UI"/>
                <a:ea typeface="Leelawadee UI"/>
                <a:cs typeface="Leelawadee UI"/>
              </a:rPr>
              <a:t>Materials: GoGo Board, button sensor, brightness sensor, LED, DC motor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58629" y="5989320"/>
            <a:ext cx="1698955" cy="4572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58629" y="5989320"/>
            <a:ext cx="169895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Leelawadee UI"/>
                <a:ea typeface="Leelawadee UI"/>
                <a:cs typeface="Leelawadee UI"/>
              </a:rPr>
              <a:t>No computers needed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48272" y="1936310"/>
            <a:ext cx="4974336" cy="28939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acman-game-sensor-controll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046038"/>
            <a:ext cx="4754880" cy="267448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Watch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565C0"/>
                </a:solidFill>
                <a:latin typeface="Leelawadee UI"/>
                <a:ea typeface="Leelawadee UI"/>
                <a:cs typeface="Leelawadee UI"/>
              </a:rPr>
              <a:t>Tap the cardboard — the dinosaur jumps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60350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A sensor is playing a real game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This is what we will build in this chapter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93992" y="1900920"/>
            <a:ext cx="4958791" cy="333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no-game-vibration-controll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010648"/>
            <a:ext cx="4739335" cy="31110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2.1 — Session 1: Exploring Sensors and Actuators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Navigating the LCD Screen (5 min)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600200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Press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up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or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down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on the joystick to switch screens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50592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2633472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63347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50592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Press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left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or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right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to browse items within a screen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83864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3666744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66674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83864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Press the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joystick button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(straight down) to select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7136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9808" y="4700016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700016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517136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After the last screen, it loops back to the first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68312" y="1453634"/>
            <a:ext cx="4684471" cy="404217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lcd-joystick-navig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563362"/>
            <a:ext cx="4465015" cy="382271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2.1 — Session 1: Exploring Sensors and Actuators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The Key Screens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1094414" cy="2267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15877"/>
                <a:gridCol w="6878537"/>
              </a:tblGrid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Screen</a:t>
                      </a:r>
                    </a:p>
                  </a:txBody>
                  <a:tcPr anchor="ctr" marL="164592" marR="164592">
                    <a:solidFill>
                      <a:srgbClr val="2196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What It Shows</a:t>
                      </a:r>
                    </a:p>
                  </a:txBody>
                  <a:tcPr anchor="ctr" marL="164592" marR="164592">
                    <a:solidFill>
                      <a:srgbClr val="2196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33333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Input</a:t>
                      </a:r>
                    </a:p>
                  </a:txBody>
                  <a:tcPr anchor="ctr" marL="164592" marR="16459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Bar graphs for the 4 input ports (external sensors)</a:t>
                      </a:r>
                    </a:p>
                  </a:txBody>
                  <a:tcPr anchor="ctr" marL="164592" marR="164592">
                    <a:solidFill>
                      <a:srgbClr val="F5F5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33333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Integrated Sensors</a:t>
                      </a:r>
                    </a:p>
                  </a:txBody>
                  <a:tcPr anchor="ctr" marL="164592" marR="16459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Built-in sensors: accelerometer, lux, temperature, humidity</a:t>
                      </a:r>
                    </a:p>
                  </a:txBody>
                  <a:tcPr anchor="ctr" marL="164592" marR="16459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33333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Outputs</a:t>
                      </a:r>
                    </a:p>
                  </a:txBody>
                  <a:tcPr anchor="ctr" marL="164592" marR="16459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Controls for the 4 output ports (motors, LEDs)</a:t>
                      </a:r>
                    </a:p>
                  </a:txBody>
                  <a:tcPr anchor="ctr" marL="164592" marR="164592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2.1 — Session 1: Exploring Sensors and Actuators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Exploring External Sensors (10 min)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578483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578483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5166360" cy="8252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Plug a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button sensor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into an input 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07158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2568321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568321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07158"/>
            <a:ext cx="5166360" cy="8252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Navigate to the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"Input"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screen on the LCD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96996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3558159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55815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396996"/>
            <a:ext cx="5166360" cy="8252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Press the button and watch the bar graph change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6834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9808" y="4547997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547997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386834"/>
            <a:ext cx="5166360" cy="8252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Now try the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brightness sensor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— cover it with a hand, then shine a light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513832"/>
            <a:ext cx="6309360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513832"/>
            <a:ext cx="58521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310896" indent="-310896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✎ Workbook — Record the sensor values in Activity 2.1 — before/after pressing, bright/covered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68312" y="2109270"/>
            <a:ext cx="4684471" cy="27308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onnect-sensor-to-port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2218998"/>
            <a:ext cx="4465015" cy="251144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2.1 — Session 1: Exploring Sensors and Actuators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Exploring Built-in Sensors (5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565C0"/>
                </a:solidFill>
                <a:latin typeface="Leelawadee UI"/>
                <a:ea typeface="Leelawadee UI"/>
                <a:cs typeface="Leelawadee UI"/>
              </a:rPr>
              <a:t>Some sensors are built right into the 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60350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Navigate to the </a:t>
            </a:r>
            <a:r>
              <a:rPr sz="19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"Integrated Sensors"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screen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Accelerometer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— tilt the board left and right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Lux sensor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— cover the board, then shine a light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Temperature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— press a thumb on the sensor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394960"/>
            <a:ext cx="6035040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394960"/>
            <a:ext cx="5577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310896" indent="-310896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✎ Workbook — Fill in the built-in sensors table in Activity 2.1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93992" y="2123562"/>
            <a:ext cx="4958791" cy="28851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cd-accelerometer-ti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233290"/>
            <a:ext cx="4739335" cy="26657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2.1 — Session 1: Exploring Sensors and Actuators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Exploring Actuators (10 min)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600200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Connect a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DC motor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to an output 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50592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2633472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63347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50592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Navigate to the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"Outputs"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screen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83864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3666744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66674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83864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Move the selector to the motor's port, then select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"ON"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and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"OFF"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7136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9808" y="4700016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700016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517136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Try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"DIR"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(direction) and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"Change Power"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(speed)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550408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49808" y="5733288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5733288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550408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Now connect an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LED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to another output port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68312" y="2109270"/>
            <a:ext cx="4684471" cy="27308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lcd-outputs-screen-mo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2218998"/>
            <a:ext cx="4465015" cy="251144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2.1 — Session 1: Exploring Sensors and Actuators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94484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FC107"/>
                </a:solidFill>
                <a:latin typeface="Leelawadee UI"/>
                <a:ea typeface="Leelawadee UI"/>
                <a:cs typeface="Leelawadee UI"/>
              </a:rPr>
              <a:t>KEY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97135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Sensors turn the real world into numbers. Actuators turn commands into actions.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09647" y="3931920"/>
            <a:ext cx="7772400" cy="2103120"/>
          </a:xfrm>
          <a:prstGeom prst="roundRect">
            <a:avLst>
              <a:gd name="adj" fmla="val 10000"/>
            </a:avLst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58287" y="4297680"/>
            <a:ext cx="66751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The button jumps to 1023 when pressed — did you expect that?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Sensors don't always behave the way we expect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Observe first, then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0CAF9"/>
                </a:solidFill>
                <a:latin typeface="Leelawadee UI"/>
                <a:ea typeface="Leelawadee UI"/>
                <a:cs typeface="Leelawadee UI"/>
              </a:rPr>
              <a:t>Activity 2.1 — Session 1: Exploring Sensors and Actuators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0CAF9"/>
                </a:solidFill>
                <a:latin typeface="Leelawadee UI"/>
                <a:ea typeface="Leelawadee UI"/>
                <a:cs typeface="Leelawade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Reflection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292608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800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10896" indent="-310896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✎ Workbook — Answer the two reflection questions in Activity 2.1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60320"/>
            <a:ext cx="963137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1.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One sensor and one actuator from everyday life?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2.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What did the bar graph show when a sensor value changed?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2.1 — Session 1: Exploring Sensors and Actuators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
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dinosaur jumps repeatedly from one tap, ask the group what their wait time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in a text editor first separates "does the key arrive?" from "is the game hard?".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4: BUILDING A GAME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Build a controller that plays a real computer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Tap the cardboard → the dinosaur jumps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Our sensor becomes a game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Activity 2.4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522305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52230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vibration sensor, cardboard, tape,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8705" y="5989320"/>
            <a:ext cx="222382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8705" y="5989320"/>
            <a:ext cx="22238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Game: d.gogoboard.org/dino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712938"/>
            <a:ext cx="4974336" cy="3340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ino-game-vibration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2666"/>
            <a:ext cx="4754880" cy="312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Sensor → If block → keyboard key → game reacts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Connected via USB, the GoGo Board can act like a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keyboard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Sending a key press is just another output — like turning on an LED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[sensor detects something] then [send keyboard key]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726358"/>
            <a:ext cx="4958791" cy="167960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sensor-to-game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36086"/>
            <a:ext cx="4739335" cy="14601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the Tap Pad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vibration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Input port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Tape the sensor to a piece of cardboard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Flip the cardboard so the sensor faces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desk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Tap and watch the values on the LCD — tap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offset from the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without pressing directly on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idle value and the tap value in Activity 2.4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109143"/>
            <a:ext cx="4684471" cy="27311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bration-sensor-face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18871"/>
            <a:ext cx="4465015" cy="25116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a Threshold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 threshold is a boundary value we choose ourselves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Color zones give 3 fixed zones — a threshold can be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any value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halfway point between idle and tap values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Example: idle = 0, tap = 600 → threshold = 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Write your threshold value in Activity 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 It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vibration is detected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send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Space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Keep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wait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after the If block — it stops one tap from sending many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6744" y="1621917"/>
            <a:ext cx="4467606" cy="37056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de-vibration-send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72" y="1731645"/>
            <a:ext cx="4248150" cy="34861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Test, Then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Test the key first, then open the 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Notepad or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keyboard-test.space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does tapping send a Space?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the Dinosaur Game: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d.gogoboard.org/dino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on the game window, then tap the cardboard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dinosaur jumps!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Built-in Sensors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The board's built-in sensors can be controllers too — blocks in the Sensing category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5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Sensor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How to Use It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Condition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Accelerometer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Tilt or shake the board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accelerometer &gt; or &lt; threshold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Lux sensor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Cover the board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illuminance &lt; threshold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123944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23944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Which sensor works best as a controller? Record it in Activity 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To the computer, our sensor is now a keyboard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Any program that listens to keys can be controlled by our sensor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More one-key games: Flappy Bird, Geometry Dash — d.gogoboard.org/games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Describe the chain from sensor to game action — list each step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makes a good game controller? What makes one hard to use?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2.4 — Session 4: Building a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
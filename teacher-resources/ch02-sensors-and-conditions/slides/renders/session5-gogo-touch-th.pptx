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rompt" panose="00000500000000000000" pitchFamily="2" charset="-34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60084-4828-412C-8199-FD4E035F0856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4DC81-BECD-4D04-BA63-B9E3C1189F7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480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ส่วนเสริมช่วยรองรับฮาร์ดแวร์เพิ่มเติม นี่คือวิธีที่เว็บแอปเพิ่มความสามารถใหม่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การสัมผัสแผ่นระหว่าง setup ทำให้การตั้งค่าสับสน เป็นสาเหตุอันดับหนึ่งของเกมคอนโทรลเลอร์ที่ "เสีย" แก้ได้ด้วยการกด Stop แล้วรันใหม่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แผ่นสัมผัส + กราวด์ = วงจรครบ ปัญหาที่พบบ่อยที่สุดคือลืมต่อสายกราวด์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5: เกมคอนโทรลเลอร์ GOGO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เกมคอนโทรลเลอร์ที่มีมากกว่าหนึ่งปุ่ม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เกมคอนโทรลเลอร์เซ็นเซอร์วัดการสั่นสะเทือนส่งได้แค่ปุ่มเดียว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เกมหลายเกมต้องใช้มากกว่านั้น — Pac-Man ต้องใช้ 4 ทิศทาง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มาทำความรู้จัก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Touch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กิจกรรม 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477316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Board, GoGo Touch คีบปากจระเข้ วัสดุนำไฟฟ้า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8937" y="5989320"/>
            <a:ext cx="2598724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8937" y="5989320"/>
            <a:ext cx="25987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เกม: d.gogoboard.org/ch2-pacman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936310"/>
            <a:ext cx="4974336" cy="2893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acman-gogo-touch-pad-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6038"/>
            <a:ext cx="4754880" cy="2674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ทำความรู้จัก GoGo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จุดสัมผัส 6 จุดในโมดูลเดียว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แผ่นทิศทาง 4 ตำแหน่ง: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ขึ้น ลง ซ้าย ขวา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ปุ่ม 2 ปุ่ม: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A และ B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ต่อกับ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พอร์ต Add-ons 1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(พอร์ตสีดำ)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ระบบสัมผัสแบบวัดค่าประจุ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เทคโนโลยีเดียวกับหน้าจอโทรศัพท์มือถือ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844331"/>
            <a:ext cx="4958791" cy="344365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ogo-touch-module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54059"/>
            <a:ext cx="4739335" cy="3224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โหลดส่วนเสริม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 code.gogoboard.org เลือกหมวด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คลิกเลือกการ์ดของ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Touch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บล็อกคำสั่งจะปรากฏในหมวดใหม่ชื่อ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Touch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382173"/>
            <a:ext cx="4684471" cy="41850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de-extensions-menu-gogo-tou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91901"/>
            <a:ext cx="4465015" cy="39656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 Pac-Man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เริ่มด้วยบล็อกคำสั่ง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"setup GoGo Touch"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ห้ามสัมผัสแผ่นใด ๆ ขณะบล็อกคำสั่งนี้ทำงาน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ที่มี If 4 ตัว ทิศทางละตัว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แต่ละตัว: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touched "up"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then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tap key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Up Arrow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(ทำแบบเดียวกันทุกทิศทาง)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"each time wait 50 ms" ป้องกันการส่งปุ่มมากเกินไป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7762" y="1353312"/>
            <a:ext cx="172557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de-pacman-contr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490" y="1463040"/>
            <a:ext cx="1506115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 แล้วเล่น Pac-Man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สัมผัสแต่ละแผ่น — ปุ่มลูกศรที่ส่งไปตรงกันหรือไม่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เข้าไปที่เว็บไซต์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d.gogoboard.org/ch2-pacman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เล่นเกมด้วยคอนโทรลเลอร์ที่สร้างขึ้น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เติมตารางทดสอบแผ่นสัมผัสในกิจกรรม 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ภารกิจที่ 2 — ออกแบบเกมคอนโทรลเลอร์ (30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ต่อขยายแผ่นสัมผัสไปยังวัตถุรอบตัว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ใช้คีบปากจระเข้ต่อแผ่นสัมผัสกับ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วัสดุนำไฟฟ้า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ผลไม้ อะลูมิเนียมฟอยล์ ดินน้ำมัน หรือแม้แต่น้ำ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สัมผัสวัสดุ = สัมผัสแผ่นโดยตรง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สัญญาณไหล: แผ่นสัมผัส → วัสดุ → ร่างกาย →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กราวด์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33827"/>
            <a:ext cx="4958791" cy="28646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eative-controller-example1-ban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43555"/>
            <a:ext cx="4739335" cy="2645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ออกแบบเกมคอนโทรลเลอร์ของเรา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วางแผนก่อนสร้าง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เลือกเกม — เกมต้องใช้ปุ่มอะไรบ้าง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เลือกวัสดุสำหรับแต่ละปุ่ม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ต่อวัสดุทั้งหมด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ก่อน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รันโปรแกรม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ไม่ทำงาน? ตรวจสอบกราวด์และดูว่าวัสดุนำไฟฟ้าหรือไม่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เติมแผนเกมและตารางวัสดุในกิจกรรม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แลกเปลี่ยน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ลองเล่นเกมคอนโทรลเลอร์ของกลุ่มอื่น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สลับโต๊ะกับกลุ่มอื่น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เล่นเกมของกลุ่มนั้นด้วยคอนโทรลเลอร์ของกลุ่มนั้น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วัสดุของกลุ่มไหนสร้างสรรค์ที่สุด?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บันทึกกลุ่ม เกม และวัสดุที่สร้างสรรค์ที่สุด ในกิจกรรม 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การออกแบบทางกายภาพสำคัญไม่แพ้โค้ด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"Key touched" ให้คำตอบใช่หรือไม่ใช่ ไม่ต้องเลือกค่าเกณฑ์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เซ็นเซอร์แต่ละแบบให้คำตอบคนละรูปแบบกัน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เทคโนโลยีสร้างสรรค์และสนุกได้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"Key touched" ให้คำตอบใช่หรือไม่ใช่ ซึ่งต่างจากการใช้ค่าเกณฑ์อย่างไร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วัสดุที่สร้างสรรค์ที่สุดที่เห็นใช้ทำเกมคอนโทรลเลอร์คืออะไร อธิบายเหตุผล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2.5 — หัวข้อ 5: เกมคอนโทรลเลอร์ GoGo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714</Words>
  <Application>Microsoft Office PowerPoint</Application>
  <PresentationFormat>แบบจอกว้าง</PresentationFormat>
  <Paragraphs>94</Paragraphs>
  <Slides>10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5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2026-07-08T08:19:51Z</dcterms:modified>
  <cp:category/>
</cp:coreProperties>
</file>
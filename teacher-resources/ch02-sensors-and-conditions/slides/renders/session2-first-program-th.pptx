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Prompt" panose="00000500000000000000" pitchFamily="2" charset="-34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902DCB-ED1B-4780-9659-9AEBDC8AEA0A}" type="datetimeFigureOut">
              <a:rPr lang="th-TH" smtClean="0"/>
              <a:t>04/07/69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1FB04B-EA1B-4AB6-92E0-5B56B140CD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6402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สาธิตบนโปรเจกเตอร์ก่อน ถ้าไม่ได้ยินเสียง beep ให้เชื่อมต่อใหม่แล้วเลือก "GoGo Board 7" อีกครั้ง ตรวจสอบว่าสาย USB รองรับการรับส่งข้อมูล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Download แค่ส่งโปรแกรมไปที่บอร์ด จะยังไม่มีอะไรเกิดขึ้นจนกว่าจะกด Run จุดนี้หลายกลุ่มจะสับสน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หัวข้อ 2: สร้างโปรแกรมแรกของเรา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เป้าหมายวันนี้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เขียนและรันโปรแกรมแรกของเรา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เว็บแอปใหม่: </a:t>
            </a:r>
            <a:r>
              <a:rPr sz="1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code.gogoboard.org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เรียนรู้ขั้นตอนการทำงานตั้งแต่ </a:t>
            </a:r>
            <a:r>
              <a:rPr sz="1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Download ไปถึง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กิจกรรม 2.2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เวลา: 30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9465" y="5989320"/>
            <a:ext cx="3648456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9465" y="5989320"/>
            <a:ext cx="36484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อุปกรณ์: GoGo Board มอเตอร์ DC สาย USB คอมพิวเตอร์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34225" y="5989320"/>
            <a:ext cx="2223820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4225" y="5989320"/>
            <a:ext cx="22238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เว็บแอป: code.gogoboard.org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097355"/>
            <a:ext cx="4974336" cy="45718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ode-gogoboard-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07083"/>
            <a:ext cx="4754880" cy="43523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เครื่องมือใหม่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ลาก่อน pgc.gogoboard.org — สวัสดี code.gogoboard.org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ในกิจกรรมที่ 1 เราบันทึกโปรแกรมด้วยรีโมต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ตั้งแต่บทนี้เป็นต้นไป เราจะ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เขียน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โปรแกรมเอง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code.gogoboard.org คือเครื่องมือหลักของเราตั้งแต่นี้ไป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เชื่อมต่อด้วยสาย USB ไม่ต้องใช้ WiFi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2.2 — หัวข้อ 2: สร้างโปรแกรมแรกของเรา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เชื่อมต่อกับเว็บแอป (10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เปิดเว็บแอป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code.gogoboard.org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ในเว็บเบราว์เซอร์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ต่อ GoGo Board เข้ากับคอมพิวเตอร์ด้วยสาย USB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กดปุ่มเชื่อมต่อ แล้วเลือก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"Wired (USB)"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จากนั้นเลือก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"GoGo Board 7"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หาการ์ด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"Test your board"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แล้วกดที่สัญลักษณ์รูประฆัง — ได้ยินเสียง beep หรือไม่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38732" y="2126742"/>
            <a:ext cx="3143631" cy="26959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ode-test-board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460" y="2236470"/>
            <a:ext cx="2924175" cy="2476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2.2 — หัวข้อ 2: สร้างโปรแกรมแรกของเรา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โปรแกรมที่จะสร้าง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เปิดมอเตอร์ 2 วินาที → ปิด 1 วินาที </a:t>
            </a:r>
            <a:br/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→ เปิด 2 วินาที → ปิด → ส่งเสียง Beep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ต่อมอเตอร์ DC เข้ากับ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พอร์ตเอาต์พุต 1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ลากบล็อกคำสั่งมาสร้างโปรแกรมนี้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บล็อกคำสั่งอยู่ในหมวด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Output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,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Time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และ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ตารางในกิจกรรม 2.2 บอกว่าแต่ละคำสั่งอยู่หมวดไหน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90925" y="1353312"/>
            <a:ext cx="2964924" cy="4425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ode-motor-on-off-on-b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653" y="1463040"/>
            <a:ext cx="2745468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2.2 — หัวข้อ 2: สร้างโปรแกรมแรกของเรา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Download และ Run (15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กดปุ่ม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Download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เพื่อส่งโปรแกรมไปยัง GoGo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กดปุ่ม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Run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โดยเลื่อนไปที่หน้าจอ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"Run Program"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บน LCD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สังเกต: ไฟวิ่งสีม่วง 3 ดวงเหนือจอ LCD จะติดขึ้น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มอเตอร์จะหมุน 2 วินาที หยุด 1 วินาที หมุนอีก 2 วินาที แล้วส่งเสียง beep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45236" y="1353312"/>
            <a:ext cx="4530622" cy="42428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gogoboard-run-l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964" y="1463040"/>
            <a:ext cx="4311166" cy="402335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2.2 — หัวข้อ 2: สร้างโปรแกรมแรกของเรา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ลองทดลองเพิ่ม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ปรับโปรแกรมให้เป็นของเรา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ลองเปลี่ยนเวลารอ — เกิดอะไรขึ้น?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เพิ่มขั้นตอนการทำงาน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โจทย์ท้าทาย: ทำให้มอเตอร์หมุนแบบช่วงเวลา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สั้น-ยาว-สั้น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ได้หรือไม่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บันทึกผลการทดลองในกิจกรรม 2.2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2.2 — หัวข้อ 2: สร้างโปรแกรมแรกของเรา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Prompt"/>
                <a:ea typeface="Prompt"/>
                <a:cs typeface="Prompt"/>
              </a:rPr>
              <a:t>ทำไมต้องใช้โค้ด?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โค้ดช่วยควบคุมจังหวะเวลาและลำดับ</a:t>
            </a:r>
            <a:br/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ได้อย่างแม่นยำ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เมนูบนจอ LCD เปิด-ปิดอุปกรณ์ได้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แต่โค้ดสั่งได้ว่า "เปิด 2 วินาทีพอดี แล้วส่งเสียง beep"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เราเป็นคนกำหนดว่าจะเกิดอะไรขึ้นเมื่อไร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Prompt"/>
                <a:ea typeface="Prompt"/>
                <a:cs typeface="Prompt"/>
              </a:rPr>
              <a:t>กิจกรรม 2.2 — หัวข้อ 2: สร้างโปรแกรมแรกของเรา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ตอบคำถามสะท้อนคิดในกิจกรรม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เมื่อใดที่การใช้โค้ดมีประโยชน์มากกว่าการควบคุมผ่านเมนูบนจอ LCD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2.2 — หัวข้อ 2: สร้างโปรแกรมแรกของเรา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597</Words>
  <Application>Microsoft Office PowerPoint</Application>
  <PresentationFormat>Widescreen</PresentationFormat>
  <Paragraphs>69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Prompt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2026-07-03T23:28:57Z</dcterms:modified>
  <cp:category/>
</cp:coreProperties>
</file>
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1FD07-7958-4691-A271-F083E5D04A58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EA81D-EA97-4757-B51A-01A9CEBBE4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872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สาธิตเกมคอนโทรลเลอร์เซ็นเซอร์วัดการสั่นสะเทือนที่เตรียมไว้ประมาณ 30 วินาที ไม่ต้องอธิบาย แค่ให้นักเรียนเห็นว่ากำลังจะได้สร้างอะไร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สาธิตการใช้จอยสติ๊กพร้อมกันทั้งชั้นก่อนให้นักเรียนลองเอง จุดนี้คือจุดที่นักเรียนติดบ่อยที่สุด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อุปกรณ์เอาต์พุตทำงานตรงข้ามกับเซ็นเซอร์ แทนที่จะอ่านค่าจากโลกภายนอก อุปกรณ์เอาต์พุตจะสร้างการกระทำ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1: ลองใช้เซ็นเซอร์และอุปกรณ์เอาต์พุต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กิจกรรมที่ 2: เซ็นเซอร์และอุปกรณ์เอาต์พุต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จบบทนี้: เราจะเล่นเกมคอมพิวเตอร์</a:t>
            </a:r>
            <a:br/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ด้วยเซ็นเซอร์ที่เราสร้างเอง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เซ็นเซอร์ตรวจจับสิ่งต่าง ๆ ในโลกจริง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อุปกรณ์เอาต์พุตสร้างการกระทำ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วันนี้: ลองใช้ทั้งสองอย่าง โดยยังไม่เขียนโค้ด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กิจกรรม 2.1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35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499811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499811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 เซ็นเซอร์ปุ่มกด เซ็นเซอร์วัดความเข้มแสง LED มอเตอร์ 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5989320"/>
            <a:ext cx="124907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5989320"/>
            <a:ext cx="124907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ไม่ใช้คอมพิวเตอร์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936310"/>
            <a:ext cx="4974336" cy="2893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acman-game-sensor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6038"/>
            <a:ext cx="4754880" cy="2674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ดูนี่ก่อน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เคาะกระดาษแข็ง — ไดโนเสาร์กระโดด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เซ็นเซอร์กำลังเล่นเกมจริง ๆ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นี่คือสิ่งที่เราจะสร้างกันในบทนี้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900920"/>
            <a:ext cx="4958791" cy="333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no-game-vibration-contr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10648"/>
            <a:ext cx="4739335" cy="311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การใช้งานหน้าจอ LCD (5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ขึ้น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หรือ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บนจอยสติ๊กเพื่อสลับหน้าจอ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ซ้าย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หรือ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ขวา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เพื่อดูรายการภายในหน้าจอนั้น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ปุ่มจอยสติ๊ก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(กดตรงกลางลงไป) เพื่อเลือก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เมื่อถึงหน้าสุดท้าย จะวนกลับมาที่หน้าจอแรกอีกครั้ง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453634"/>
            <a:ext cx="4684471" cy="40421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lcd-joystick-nav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63362"/>
            <a:ext cx="4465015" cy="38227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หน้าจอหลักที่จะใช้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หน้าจอ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สิ่งที่แสดง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Input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กราฟแท่งของพอร์ตอินพุต 4 ช่อง (เซ็นเซอร์ภายนอก)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Integrated Sensors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เซ็นเซอร์ในตัว GoGo Board เช่น accelerometer แสงสว่าง (lux) อุณหภูมิ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Outputs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ตัวควบคุมพอร์ตเอาต์พุต 4 ช่อง (ใช้กับมอเตอร์, LED)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สำรวจเซ็นเซอร์ภายนอก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เสียบ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เซ็นเซอร์ปุ่มกด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เข้ากับพอร์ตอินพุตบน GoGo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เลื่อนไปที่หน้าจอ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"Input"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กดปุ่มแล้วสังเกตกราฟแท่งที่เปลี่ยนไป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เซ็นเซอร์วัดความเข้มแสง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ใช้มือปิด แล้วลองส่องไฟ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จดค่าเซ็นเซอร์ทั้ง 4 ค่าในกิจกรรม 2.1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109270"/>
            <a:ext cx="4684471" cy="27308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nnect-sensor-to-por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18998"/>
            <a:ext cx="4465015" cy="25114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สำรวจเซ็นเซอร์ในตัว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เซ็นเซอร์บางตัวฝังอยู่ในตัวบอร์ด ไม่ต้องเสียบเพิ่ม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เลื่อนไปที่หน้าจอ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"Integrated Sensors"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Accelerometer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เอียงบอร์ดไปซ้ายและขวา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 Lux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ใช้มือปิดบอร์ด แล้วลองส่องไฟ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อุณหภูมิ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ใช้นิ้วหัวแม่มือกดบนเซ็นเซอร์ (ความร้อนจากร่างกาย)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เติมตารางเซ็นเซอร์ในตัวในกิจกรรม 2.1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123562"/>
            <a:ext cx="4958791" cy="28851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cd-accelerometer-t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33290"/>
            <a:ext cx="4739335" cy="2665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ลองใช้อุปกรณ์เอาต์พุต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มอเตอร์ DC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เข้ากับพอร์ตเอาต์พุต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เลื่อนไปที่หน้าจอ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"Outputs"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เลื่อนตัวเลือกไปที่พอร์ตที่ต่อมอเตอร์ แล้วเลือก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"ON"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"OFF"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"DIR"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(ทิศทางการหมุน)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"Change Power"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(ความเร็ว)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0408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733288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733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50408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LED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เข้ากับพอร์ตเอาต์พุตอีกช่อง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68312" y="2109270"/>
            <a:ext cx="4684471" cy="27308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lcd-outputs-screen-mo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18998"/>
            <a:ext cx="4465015" cy="25114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เซ็นเซอร์แปลงโลกจริงให้เป็นตัวเลข 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อุปกรณ์เอาต์พุตแปลงคำสั่งให้เป็นการกระทำ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ปุ่มกดแล้วค่าพุ่งไปที่ 1023 — คาดไว้แบบนี้หรือเปล่า?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เซ็นเซอร์ไม่ได้ทำงานตามที่เราคาดไว้เสมอไป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สังเกตก่อน แล้วจึงสร้าง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 1 ชนิด และอุปกรณ์เอาต์พุต 1 ชิ้น จากชีวิตประจำวันมีอะไรบ้าง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กราฟแท่งแสดงอะไรเมื่อค่าของเซ็นเซอร์เปลี่ยนไป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2.1 — หัวข้อ 1: ลองใช้เซ็นเซอร์และอุปกรณ์เอาต์พุต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683</Words>
  <Application>Microsoft Office PowerPoint</Application>
  <PresentationFormat>แบบจอกว้าง</PresentationFormat>
  <Paragraphs>88</Paragraphs>
  <Slides>9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2026-07-08T08:19:46Z</dcterms:modified>
  <cp:category/>
</cp:coreProperties>
</file>
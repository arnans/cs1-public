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improvement step is required — it separates rubric levels better than whether the game works on the first 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who isolates the failing stage — model preview, then text editor, then game. That discipline is a rubric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SESSION 4: ASSESSMENT — AI GAME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Build a game controller powered by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 Chapter 2: sensors sent the keys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Now: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AI classes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send the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698955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6989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Time: 60-90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4331" y="5989320"/>
            <a:ext cx="4323283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4331" y="5989320"/>
            <a:ext cx="432328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Materials: Computer with webcam, GoGo Board, USB cable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689232"/>
            <a:ext cx="4974336" cy="3388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udent-game-ai-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98960"/>
            <a:ext cx="4754880" cy="3168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Camera → AI model → label → broadcast → GoGo Board → key →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Teachable Machine card from Activity 4.3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When-receive blocks that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send keyboard keys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(Chapter 2 skills)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Any game with keyboard controls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817376"/>
            <a:ext cx="4958791" cy="1497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-game-controller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7104"/>
            <a:ext cx="4739335" cy="127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Project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Pick one — or invent your 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Gesture-controlled game: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lean left or right to steer, raise hands to jump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Facial expression game: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happy / sad / surprised → each sends a key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Object controller: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pen, eraser, notebook — everyday items become buttons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Bonus: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try an AUDIO or POSE model instead of IMAGE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Games with keys: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d.gogoboard.org/games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Choose a game — which keys does it use?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at least 3 classes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what the AI sees, which key each sends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 (100+ images per class), test in the preview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Teachable Machine card + program: Set broadcast channel, When-receive → send key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50408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5733288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7332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50408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the full pipeline, then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find one weakness and fix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Before presenting, make sure you can check all of these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 chosen and its keys identified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At least 3 AI classes, each mapped to a game key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Model trained with 100+ images per class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Teachable Machine card + GoGo Board program set up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Full pipeline tested: gesture → AI → GoGo Board → game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One weakness found and fixed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Work Time (40-60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Debug one stage at a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Model wrong? → check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preview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in Teachable Machine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Keys wrong? → test in a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text editor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 ignoring keys? → click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 window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(focus!)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Presentations (10-15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Show the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your game with the AI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Explain the classes and the keys they send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weakness did you find, and how did you fix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Write your answers on the task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is this AI called classification AI?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is the most important thing to get right when training an AI model?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we trained this AI in one classroom and used it in another, what might happen?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4 Summary — What We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Classification AI sorts inputs into defined classes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it does not "think"; it matches patterns from training data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Pre-trained models have limits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they work best in the conditions they were trained in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Training data quality is the most important factor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quantity, variety, and matching conditions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4.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same AI technique works for different tasks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a game, a robot car, a game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Skills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Can you do all of these?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a classification AI and observe when it fails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Create classes and collect training images in Teachable Machine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Train, test, and improve a classification AI model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Export a model and load it into a web application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Compare a pre-trained model with a custom-trained model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an AI model to the GoGo Board to control a robot 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4: Assessment — AI Game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
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procedure is a named group of blocks. The "Set power" block runs the motors at 60% — changing it changes the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broadcast channel is a group chat with a number for a name. Each group MUST use a different number — two groups on one channel will control each other's cars.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names in the When-receive blocks are case-sensitive — they must match the model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SESSION 3: GESTURE-CONTROLLED ROBOT 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Control the robot car with body gestures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 Chapter 1: IR remote. Today: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AI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Needs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WiFi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check the board's WiFi icon is green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Activity 4.3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1474012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14740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Time: 90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9349" y="5989320"/>
            <a:ext cx="3873398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349" y="5989320"/>
            <a:ext cx="38733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Materials: Robot car, computer with webcam, WiFi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9051" y="5989320"/>
            <a:ext cx="2448763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09051" y="5989320"/>
            <a:ext cx="24487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Template: d.gogoboard.org/car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816316"/>
            <a:ext cx="4974336" cy="3133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obot-car-on-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926044"/>
            <a:ext cx="4754880" cy="2914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Getting Reacquainted with the Car (10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Open the template: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d.gogoboard.org/car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It has 5 movement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procedures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: Forward, Back, Turn Left, Turn Right, Stop — plus a demo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and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Run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the car runs the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Try rearranging the demo blocks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5422" y="1353312"/>
            <a:ext cx="4010251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obot-car-template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150" y="1463040"/>
            <a:ext cx="3790795" cy="4023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4.3 — Session 3: Gesture-Controlled Robot 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Plan the Gestures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Six classes to control the 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Forward, Back, Left, Right, Stop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Other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no gesture, just the background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One rule: gestures must look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very different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from each other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Draw or describe each gesture in Activity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2403246"/>
            <a:ext cx="4958791" cy="23258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x-gesture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512974"/>
            <a:ext cx="4739335" cy="21063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4.3 — Session 3: Gesture-Controlled Robot 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Train the Model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Same process as Activity 4.2 — new 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178558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7855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New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Image Project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Standard Image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1508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99694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9694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21508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Create the 6 classes: Forward, Back, Left, Right, Stop, Other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39896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81533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1533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39896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Record 100-200 images per class, then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58284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63372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63372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8284"/>
            <a:ext cx="9951415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in the preview, then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Export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and copy the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Record the image counts and confidence in Activity 4.3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4.3 — Session 3: Gesture-Controlled Robot Car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Set Up the Teachable Machine Card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In code.gogoboard.org, find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Teachable Machine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card and click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Select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IMAGE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as the class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Paste the model link into the URL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Set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Broadcast output to channel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to an easy number (e.g., 123) — remember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1883481"/>
            <a:ext cx="4684471" cy="31824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ogo-tm-card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93209"/>
            <a:ext cx="4465015" cy="29630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4.3 — Session 3: Gesture-Controlled Robot 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Program the Board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Delete the demo —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keep all the movement procedures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Set broadcast channel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(same number) as the FIRST block — not inside a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When receive "Forward" do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→ call the Forward procedure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Repeat for Back, Left, Right, Stop — no block needed for Other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5407" y="1812417"/>
            <a:ext cx="3010281" cy="33246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hen-receive-forward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135" y="1922145"/>
            <a:ext cx="2790825" cy="31051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4.3 — Session 3: Gesture-Controlled Robot 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WiFi, Then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Leelawadee UI"/>
                <a:ea typeface="Leelawadee UI"/>
                <a:cs typeface="Leelawadee UI"/>
              </a:rPr>
              <a:t>The AI result travels over WiFi, not USB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WiFi icon on the board must be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green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Not green? Use the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Network Configuration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card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Download, Run, then gesture at the camera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Misclassified? More training images → re-train → re-export → re-load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Fill in the gesture test table in Activity 4.3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2716628"/>
            <a:ext cx="4958791" cy="1699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i-robot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826356"/>
            <a:ext cx="4739335" cy="1479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4.3 — Session 3: Gesture-Controlled Robot 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This project brings together everything we've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Camera → AI model → label → broadcast → robot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Procedures, WiFi, events — and our own trained AI on 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Leelawadee UI"/>
                <a:ea typeface="Leelawadee UI"/>
                <a:cs typeface="Leelawadee UI"/>
              </a:rPr>
              <a:t>Activity 4.3 — Session 3: Gesture-Controlled Robot 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three reflection questions in Activity 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Describe the system from gesture to robot movement — every step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is AI control different from the IR remote in Chapter 1?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Could this kind of AI control a real vehicle on the road? Why or why not?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4.3 — Session 3: Gesture-Controlled Robot 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
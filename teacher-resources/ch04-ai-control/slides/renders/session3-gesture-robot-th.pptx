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rompt" panose="00000500000000000000" pitchFamily="2" charset="-34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3F63F-CE7C-441B-B755-6F8C98774D17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22F3E-945C-4A47-8393-91548997B38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31042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โพรซีเยอร์ คือ กลุ่มบล็อกคำสั่งที่ตั้งชื่อไว้เพื่อทำงานเฉพาะอย่าง บล็อกคำสั่ง Set power กำหนดกำลังมอเตอร์ที่ 60% ปรับค่านี้เพื่อเปลี่ยนความเร็ว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ช่องสัญญาณคือกลุ่มแชทที่ใช้ตัวเลขเป็นชื่อ แต่ละกลุ่มต้องใช้เลขต่างกัน ถ้าใช้เลขเดียวกัน รถของสองกลุ่มจะสั่งกันเองข้ามกลุ่ม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ชื่อคลาสในบล็อกคำสั่ง When receive ต้องพิมพ์ตัวเล็ก-ใหญ่ตรงกับโมเดลทุกตัวอักษร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หัวข้อ 3: ควบคุมรถหุ่นยนต์ด้วยท่าทาง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เป้าหมายวันนี้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ควบคุมรถหุ่นยนต์ด้วยท่าทาง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ในบทที่ 1: รีโมต IR วันนี้: </a:t>
            </a:r>
            <a:r>
              <a:rPr sz="1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AI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ต้องใช้ </a:t>
            </a:r>
            <a:r>
              <a:rPr sz="1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WiFi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ตรวจสอบว่าไอคอน WiFi บนบอร์ดเป็นสีเขียว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กิจกรรม 4.3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เวลา: 90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9465" y="5989320"/>
            <a:ext cx="3048609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9465" y="5989320"/>
            <a:ext cx="304860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อุปกรณ์: รถหุ่นยนต์ คอมพิวเตอร์ที่มีเว็บแคม WiFi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4378" y="5989320"/>
            <a:ext cx="2373782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4378" y="5989320"/>
            <a:ext cx="237378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เทมเพลต: d.gogoboard.org/car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816316"/>
            <a:ext cx="4974336" cy="3133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robot-car-on-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26044"/>
            <a:ext cx="4754880" cy="2914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ทบทวนการใช้รถหุ่นยนต์ (10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เปิดเทมเพลต: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d.gogoboard.org/car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มีโพรซีเยอร์การเคลื่อนที่ 5 แบบ: Forward, Back, Turn Left, Turn Right, Stop พร้อมโปรแกรมสาธิต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Download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และ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Run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รถจะวิ่งตามโปรแกรมสาธิต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ลองสลับลำดับบล็อกในโปรแกรมตัวอย่าง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5422" y="1353312"/>
            <a:ext cx="4010251" cy="4242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robot-car-template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150" y="1463040"/>
            <a:ext cx="3790795" cy="4023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4.3 — หัวข้อ 3: ควบคุมรถหุ่นยนต์ด้วยท่าทาง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วางแผนท่าทาง (5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คลาส 6 คลาสสำหรับควบคุมรถ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Forward, Back, Left, Right, Stop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Other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ไม่มีท่าทาง แค่พื้นหลัง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กติกาเดียว: แต่ละท่าต้องดู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แตกต่างกันมาก 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วาดหรืออธิบายท่าทางแต่ละท่าในกิจกรรม 4.3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3992" y="2403246"/>
            <a:ext cx="4958791" cy="23258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ix-gesture-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512974"/>
            <a:ext cx="4739335" cy="21063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4.3 — หัวข้อ 3: ควบคุมรถหุ่นยนต์ด้วยท่าทาง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ฝึกโมเดล AI (15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ขั้นตอนเดิมจากกิจกรรม 4.2 แต่ใช้คลาสใหม่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78558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17855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653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Image Project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ใหม่ →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Standard Image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1508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2996946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99694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21508"/>
            <a:ext cx="9951415" cy="653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สร้างคลาส 6 คลาส: Forward, Back, Left, Right, Stop, Other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39896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381533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381533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39896"/>
            <a:ext cx="9951415" cy="653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เก็บภาพคลาสละ 100-200 ภาพ แล้ว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Train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58284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9808" y="463372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463372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58284"/>
            <a:ext cx="9951415" cy="653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ทดสอบด้วยตัวอย่างทดสอบ แล้ว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Export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และคัดลอกลิงก์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13832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513832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จดจำนวนภาพและความมั่นใจในกิจกรรม 4.3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4.3 — หัวข้อ 3: ควบคุมรถหุ่นยนต์ด้วยท่าทาง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ตั้งค่าการ์ด Teachable Machine (15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ใน code.gogoboard.org หาการ์ด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Teachable Machine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แล้วคลิกปุ่ม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รูปเฟือง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เลือก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IMAGE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เป็นประเภทคลาส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วางลิงก์โมเดลในช่อง URL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ตั้ง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Broadcast output to channel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เป็นเลขที่จำง่าย (เช่น 123) แล้วจำเลขนี้ไว้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1883481"/>
            <a:ext cx="4684471" cy="31824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gogo-tm-card-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993209"/>
            <a:ext cx="4465015" cy="296302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4.3 — หัวข้อ 3: ควบคุมรถหุ่นยนต์ด้วยท่าทาง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เขียนโปรแกรมฝั่งบอร์ด (15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ลบโปรแกรมสาธิตออก —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เก็บโพรซีเยอร์การเคลื่อนที่ทั้งหมดไว้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Set broadcast channel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(เลขเดียวกัน) เป็นบล็อกคำสั่งแรก ไม่ต้องอยู่ในลูป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When receive "Forward" do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→ เรียกโพรซีเยอร์ Forward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ทำแบบเดียวกันกับ Back, Left, Right, Stop ส่วน Other ไม่ต้องสร้าง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5407" y="1812417"/>
            <a:ext cx="3010281" cy="33246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when-receive-forward-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135" y="1922145"/>
            <a:ext cx="2790825" cy="31051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4.3 — หัวข้อ 3: ควบคุมรถหุ่นยนต์ด้วยท่าทาง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ต่อ WiFi แล้วทดสอบ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ผลลัพธ์ AI เดินทางผ่าน WiFi ไม่ใช่ USB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ไอคอน WiFi บนบอร์ดต้องเป็น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สีเขียว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ไม่เขียว? ใช้การ์ด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Network Configuration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Download, Run แล้วแสดงท่าทางให้กล้องดู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จำแนกผิด? เก็บภาพเพิ่ม → ฝึกใหม่ → ส่งออกใหม่ → โหลดใหม่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เติมตารางทดสอบท่าทางในกิจกรรม 4.3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3992" y="2716628"/>
            <a:ext cx="4958791" cy="1699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i-robot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826356"/>
            <a:ext cx="4739335" cy="1479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4.3 — หัวข้อ 3: ควบคุมรถหุ่นยนต์ด้วยท่าทาง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Prompt"/>
                <a:ea typeface="Prompt"/>
                <a:cs typeface="Prompt"/>
              </a:rPr>
              <a:t>ประเด็นสำคัญ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บูรณาการทุกอย่างที่เรียนมาในชิ้นงานนี้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กล้อง → โมเดล AI → ป้ายชื่อ → ช่องสัญญาณ → รถหุ่นยนต์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โพรซีเยอร์ WiFi เหตุการณ์ และโมเดล AI ที่เราฝึกเองอยู่บนสุด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0CBC4"/>
                </a:solidFill>
                <a:latin typeface="Prompt"/>
                <a:ea typeface="Prompt"/>
                <a:cs typeface="Prompt"/>
              </a:rPr>
              <a:t>กิจกรรม 4.3 — หัวข้อ 3: ควบคุมรถหุ่นยนต์ด้วยท่าทาง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0CBC4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 3 ข้อในกิจกรรม 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อธิบายการทำงานของระบบตั้งแต่แสดงท่าทางจนถึงรถหุ่นยนต์เคลื่อนที่ ทีละขั้นตอน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การควบคุมด้วย AI ต่างจากรีโมต IR ในบทที่ 1 อย่างไร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3.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AI แบบนี้นำไปใช้ควบคุมรถยนต์จริงบนถนนได้หรือไม่ เพราะอะไร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4.3 — หัวข้อ 3: ควบคุมรถหุ่นยนต์ด้วยท่าทาง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731</Words>
  <Application>Microsoft Office PowerPoint</Application>
  <PresentationFormat>แบบจอกว้าง</PresentationFormat>
  <Paragraphs>88</Paragraphs>
  <Slides>9</Slides>
  <Notes>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9</vt:i4>
      </vt:variant>
    </vt:vector>
  </HeadingPairs>
  <TitlesOfParts>
    <vt:vector size="14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2026-07-08T08:20:07Z</dcterms:modified>
  <cp:category/>
</cp:coreProperties>
</file>
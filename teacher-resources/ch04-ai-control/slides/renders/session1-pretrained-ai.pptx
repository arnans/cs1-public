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game WILL misclassify — this is intentional. Don't fix it today; 4.2 fixes it by training our own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SESSION 1: WHAT IS AI? + ROCK–PAPER–SCISSORS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4 — Using AI to Control a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This chapter: train our own AI </a:t>
            </a:r>
            <a:br/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and control the robot car with gestures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AI, really?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Today: play with an AI — and watch it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7739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Intro + Activity 4.1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Time: 55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9196" y="5989320"/>
            <a:ext cx="2598724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9196" y="5989320"/>
            <a:ext cx="25987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Materials: Computer with webcam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4224" y="59893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4224" y="59893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Game: d.gogoboard.org/rps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935403"/>
            <a:ext cx="4974336" cy="28957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esture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5131"/>
            <a:ext cx="4754880" cy="2676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AI finds patterns in data and uses them to produce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Generative AI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creates new things: text, images, music (chatbots, image generators)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Classification AI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puts inputs into known groups: face recognition, license plates, song identification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This chapter: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classification AI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it looks at webcam images and decides which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class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they belong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Camera → AI model → class label → program →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webcam captures an image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model classifies it into a label ("Rock")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program reads the label and 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982498"/>
            <a:ext cx="4958791" cy="116732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pipelin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092226"/>
            <a:ext cx="4739335" cy="947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Limitations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AI does not understand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 the AI, a "hand" is just colored dots arranged in a shape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It can only classify what it was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trained on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Change the angle, background, or lighting — and it may fail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When AI makes mistakes, the training data was not comprehensive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the Game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d.gogoboard.org/rps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Allow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the browser to access the webcam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Show Rock, Paper, Scissors to the camera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Does the AI recognize them correctly?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039294"/>
            <a:ext cx="4684471" cy="2870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ps-gam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49022"/>
            <a:ext cx="4465015" cy="26513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Observe the Problems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Count the mistakes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Show each gesture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5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correct vs. wrong in the workbook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Compare with classmates — same gesture, different results?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00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error-count table in Activity 4.1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Does It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This model was trained by someone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Their hands, their camera, their room lighting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It has never seen OUR hands, camera, or lighting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training images look like this — different from our classroom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722727"/>
            <a:ext cx="4958791" cy="16868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s-pre-trained-image-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32455"/>
            <a:ext cx="4739335" cy="1467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AI does not think — it matches patterns from its training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When AI fails, don't ask "why is it stupid?"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Ask: </a:t>
            </a:r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"what was it trained on?"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Next session: we train our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three reflection questions in Activity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does the AI use to decide if a gesture is Rock, Paper, or Scissors?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does the pre-trained AI not work well for us?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could we make the AI work better?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Intro + Activity 4.1 — Session 1: What Is AI? + Rock–Paper–Scissors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
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EB535-EEE5-436F-B25E-6E2573DAC519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AC1FA-2CAC-4E28-87D3-0534D27A8AC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1853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เกมจะจำแนกผิดบ่อย ซึ่งจงใจให้เป็นแบบนั้น อย่าเพิ่งแก้วันนี้ กิจกรรม 4.2 จะแก้ด้วยการฝึกโมเดลของเราเอง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หัวข้อ 1: AI คืออะไร + เกมเป่ายิ้งฉุบ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กิจกรรมที่ 4: ฝึกใช้ AI ควบคุมหุ่นยนต์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บทนี้: ฝึกโมเดล AI ของเราเอง </a:t>
            </a:r>
            <a:br/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แล้วควบคุมรถหุ่นยนต์ด้วยท่าทาง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คืออะไรกันแน่?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วันนี้: ลองเล่นกับ AI แล้วดู AI พลาด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548993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54899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บทนำ + กิจกรรม 4.1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3937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43937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เวลา: 55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4330" y="5989320"/>
            <a:ext cx="207385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4330" y="5989320"/>
            <a:ext cx="20738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อุปกรณ์: คอมพิวเตอร์ที่มีเว็บแคม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84493" y="5989320"/>
            <a:ext cx="207385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84493" y="5989320"/>
            <a:ext cx="20738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เกม: d.gogoboard.org/rps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935403"/>
            <a:ext cx="4974336" cy="28957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gesture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5131"/>
            <a:ext cx="4754880" cy="2676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คืออะไร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AI คือระบบที่มองหารูปแบบในข้อมูล แล้วนำไปสร้างผลลัพธ์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Generative AI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สร้างสิ่งใหม่: ข้อความ ภาพ เพลง (แชทบอท โปรแกรมสร้างภาพ)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Classification AI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แยกแยะข้อมูลเข้าสู่กลุ่มที่กำหนด: จำแนกใบหน้า อ่านป้ายทะเบียน ระบุชื่อเพลง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บทนี้: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Classification AI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ดูภาพจากเว็บแคมแล้วตัดสินว่าภาพอยู่ใน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คลาส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ขั้นตอนการทำงานของ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กล้อง → โมเดล AI → ป้ายชื่อคลาส → โปรแกรม → การสั่งงาน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เว็บแคมจับภาพ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โมเดลจำแนกภาพเป็นป้ายชื่อ ("ก้อนหิน")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โปรแกรมอ่านป้ายชื่อแล้วทำงานตาม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982498"/>
            <a:ext cx="4958791" cy="116732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i-pipelin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092226"/>
            <a:ext cx="4739335" cy="947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ข้อจำกัดของ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AI ไม่เข้าใจความหมายของสิ่งที่เห็น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สำหรับ AI แล้ว "มือ" เป็นเพียงจุดสีที่เรียงกันเป็นรูป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แยกแยะได้เฉพาะสิ่งที่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เคยฝึกมา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เท่านั้น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เปลี่ยนองศา ฉากหลัง หรือแสง AI ก็อาจพลาด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ทำงานผิดพลาด สาเหตุมักมาจากข้อมูลการฝึกที่ไม่ครอบคลุมหรือไม่เพียงพอ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เปิดเกมเป่ายิ้งฉุบ AI จาก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d.gogoboard.org/rps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อนุญาต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ให้เบราว์เซอร์เข้าถึงเว็บแคม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แสดงท่าก้อนหิน กระดาษ กรรไกร ให้กล้องดู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จำแนกท่าทางถูกต้องหรือไม่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039294"/>
            <a:ext cx="4684471" cy="2870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rps-game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9022"/>
            <a:ext cx="4465015" cy="26513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สังเกตปัญหา (15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นับความผิดพลาดของ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แสดงท่าแต่ละท่า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5 ครั้ง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จดจำนวนถูก/ผิดลงตารางในสมุดกิจกรรม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เทียบกับเพื่อน ท่าเดียวกัน ผลต่างกันหรือไม่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00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เติมตารางนับความผิดพลาดในกิจกรรม 4.1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ทำไมโมเดลถึงทำงานผิดพลาด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โมเดลนี้คนอื่นเป็นคนฝึก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มือของคนอื่น กล้องของคนอื่น แสงในห้องของคนอื่น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ไม่เคยเห็นมือของเรา กล้องของเรา หรือแสงของเรามาก่อน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ภาพที่ใช้ฝึกหน้าตาแบบนี้ ต่างจากห้องเรียนของเรา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722727"/>
            <a:ext cx="4958791" cy="16868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s-pre-trained-image-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32455"/>
            <a:ext cx="4739335" cy="1467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AI ไม่ได้คิด AI จับคู่สิ่งที่เห็น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กับรูปแบบจากตัวอย่างข้อมูลที่ฝึกมา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เมื่อ AI พลาด อย่าถามว่า "ทำไม AI โง่"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ให้ถามว่า </a:t>
            </a:r>
            <a:r>
              <a:rPr sz="18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"AI ฝึกมาด้วยข้อมูลแบบไหน"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หัวข้อหน้า: เราจะฝึกโมเดลของเราเอง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3 ข้อในกิจกรรม 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AI ใช้อะไรในการตัดสินว่าท่าทางคือ ก้อนหิน กระดาษ หรือ กรรไกร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ทำไมโมเดลสำเร็จรูปจึงทำงานได้ไม่ดีสำหรับเรา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3.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เราจะทำอย่างไรให้ AI ทำงานได้ดีขึ้น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บทนำ + กิจกรรม 4.1 — หัวข้อ 1: AI คืออะไร + เกมเป่ายิ้งฉุบ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692</Words>
  <Application>Microsoft Office PowerPoint</Application>
  <PresentationFormat>แบบจอกว้าง</PresentationFormat>
  <Paragraphs>75</Paragraphs>
  <Slides>9</Slides>
  <Notes>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2026-07-08T08:20:03Z</dcterms:modified>
  <cp:category/>
</cp:coreProperties>
</file>
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rompt" panose="00000500000000000000" pitchFamily="2" charset="-34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DC450-598B-42A3-B290-B3344B405F53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C6F87D-84AB-420B-B0DA-F52B9461121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99356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ขั้นปรับปรุงเป็นข้อบังคับ เพราะแยกระดับคะแนนได้ดีกว่าการดูว่าเกมเล่นได้ตั้งแต่ครั้งแรกหรือไม่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สังเกตว่าใครแยกทดสอบทีละขั้น ตัวอย่างทดสอบของโมเดล → โปรแกรมแก้ไขข้อความ → เกม วินัยนี้เป็นเกณฑ์หนึ่งในการให้คะแนน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หัวข้อ 4: ประเมินผล — เกมคอนโทรลเลอร์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โจทย์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สร้างเกมคอนโทรลเลอร์ที่ใช้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ในกิจกรรมที่ 2: เซ็นเซอร์เป็นคนส่งปุ่ม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คราวนี้: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คลาสของ AI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เป็นคนส่งปุ่ม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874166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87416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ประเมินผล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69110" y="5989320"/>
            <a:ext cx="1399032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69110" y="5989320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เวลา: 60-90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4446" y="5989320"/>
            <a:ext cx="3498494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4446" y="5989320"/>
            <a:ext cx="349849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อุปกรณ์: คอมพิวเตอร์ที่มีเว็บแคม GoGo Board สาย USB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689232"/>
            <a:ext cx="4974336" cy="3388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tudent-game-ai-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98960"/>
            <a:ext cx="4754880" cy="31686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ขั้นตอนการทำงาน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กล้อง → โมเดล AI → ป้ายชื่อ → ช่องสัญญาณ → GoGo Board → ปุ่ม → เกม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ใช้การ์ด Teachable Machine จากกิจกรรม 4.3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 When receive ที่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ส่งปุ่มคีย์บอร์ด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(ทักษะจากกิจกรรมที่ 2)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ใช้ได้กับทุกเกมที่ควบคุมด้วยแป้นพิมพ์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817376"/>
            <a:ext cx="4958791" cy="1497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i-game-controller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7104"/>
            <a:ext cx="4739335" cy="127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4: ประเมินผล — เกมคอนโทรลเลอร์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ไอเดียโปรเจกต์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เลือกหนึ่งแบบ หรือคิดเองก็ได้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เกมควบคุมด้วยท่าทาง: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เอียงตัวซ้าย-ขวาเพื่อบังคับทิศทาง ยกมือเพื่อกระโดด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เกมสีหน้า: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ยิ้ม เศร้า ประหลาดใจ แต่ละสีหน้าส่งปุ่มต่างกัน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คอนโทรลเลอร์จากสิ่งของ: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ชูปากกา ยางลบ หรือสมุด ของใกล้ตัวกลายเป็นปุ่มเกม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โบนัส: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ลองโมเดลแบบ AUDIO หรือ POSE แทน IMAGE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หาเกมที่ใช้ปุ่ม: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d.gogoboard.org/games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4: ประเมินผล — เกมคอนโทรลเลอร์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ขั้นตอน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เลือกเกม เกมใช้ปุ่มอะไรบ้าง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วางแผน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คลาสอย่างน้อย 3 คลาส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AI จำแนกอะไร แต่ละคลาสส่งปุ่มอะไร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ฝึกโมเดล (คลาสละ 100 ภาพขึ้นไป) แล้วทดสอบด้วยตัวอย่างทดสอบ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ตั้งค่าการ์ด Teachable Machine + เขียนโปรแกรม: Set broadcast channel และ When receive → ส่งปุ่ม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50408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9808" y="5733288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7332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50408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ทดสอบทั้งระบบ แล้ว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หาจุดอ่อน 1 จุด และแก้ให้ได้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4: ประเมินผล — เกมคอนโทรลเลอร์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รายการตรวจสอบ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ก่อนนำเสนอ ต้องทำสิ่งเหล่านี้ให้ครบ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เลือกเกมและระบุปุ่มที่เกมใช้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คลาส AI อย่างน้อย 3 คลาส จับคู่กับปุ่มเกมครบ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ฝึกโมเดลด้วยภาพอย่างน้อยคลาสละ 100 ภาพ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ตั้งค่าการ์ด Teachable Machine และโปรแกรม GoGo Board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ทดสอบทั้งระบบ: ท่าทาง → AI → GoGo Board → เกม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หาจุดอ่อนและแก้ไขอย่างน้อย 1 จุด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พร้อมนำเสนอ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4: ประเมินผล — เกมคอนโทรลเลอร์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ลงมือทำ (40-60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Debug ทีละขั้น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โมเดลจำแนกผิด? → ดู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ตัวอย่างทดสอบ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ใน Teachable Machine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ปุ่มผิด? → ทดสอบใน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โปรแกรมแก้ไขข้อความ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เกมไม่รับปุ่ม? → คลิกที่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หน้าต่างเกม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(โฟกัส)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4: ประเมินผล — เกมคอนโทรลเลอร์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นำเสนอ (10-15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แสดงให้เพื่อนดู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เล่นเกมด้วยคอนโทรลเลอร์ AI ของเรา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อธิบายคลาสและปุ่มที่แต่ละคลาสส่ง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เจอจุดอ่อนอะไรและแก้อย่างไร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4: ประเมินผล — เกมคอนโทรลเลอร์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สะท้อนคิดท้ายบท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เขียนคำตอบลงในใบงาน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 AI แบบนี้จึงเรียกว่า Classification AI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สิ่งที่สำคัญที่สุดที่ต้องทำให้ถูกต้องเมื่อฝึกโมเดล AI คืออะไร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3.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ถ้าฝึก AI ในห้องเรียนหนึ่งแล้วนำไปใช้อีกห้องหนึ่ง อาจเกิดอะไรขึ้น เพราะอะไร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4: ประเมินผล — เกมคอนโทรลเลอร์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สรุปกิจกรรมที่ 4 — สิ่งที่เราได้เรียนรู้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Classification AI แยกข้อมูลเป็นคลาสตามที่กำหนด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AI ไม่ได้ "คิด" AI จับคู่สิ่งที่เห็นกับข้อมูลที่ฝึกมา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โมเดลสำเร็จรูปมีข้อจำกัด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ทำงานได้ดีที่สุดในสภาพแวดล้อมที่ฝึกมา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3.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คุณภาพของข้อมูลการฝึกสำคัญที่สุด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จำนวน ความหลากหลาย และความตรงกับสภาพจริง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4.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เทคนิค AI นี้ใช้ได้กับงานหลากหลาย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เกมเป่ายิ้งฉุบ รถหุ่นยนต์ และเกมคอนโทรลเลอร์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4: ประเมินผล — เกมคอนโทรลเลอร์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ทักษะที่ได้เรียนรู้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ทำได้ครบทุกข้อหรือยัง?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 Classification AI เล่นเกมและสังเกตว่า AI พลาดเมื่อไร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สร้างคลาสและเก็บภาพสำหรับฝึกใน Teachable Machine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ฝึก ทดสอบ และปรับปรุงโมเดล Classification AI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ส่งออกโมเดลและโหลดเข้าสู่เว็บแอปพลิเคชัน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เปรียบเทียบโมเดลสำเร็จรูปกับโมเดลที่เราฝึกเอง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เชื่อมต่อโมเดล AI กับ GoGo Board เพื่อควบคุมรถหุ่นยนต์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4: ประเมินผล — เกมคอนโทรลเลอร์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788</Words>
  <Application>Microsoft Office PowerPoint</Application>
  <PresentationFormat>แบบจอกว้าง</PresentationFormat>
  <Paragraphs>91</Paragraphs>
  <Slides>10</Slides>
  <Notes>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10</vt:i4>
      </vt:variant>
    </vt:vector>
  </HeadingPairs>
  <TitlesOfParts>
    <vt:vector size="15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2026-07-08T08:20:09Z</dcterms:modified>
  <cp:category/>
</cp:coreProperties>
</file>
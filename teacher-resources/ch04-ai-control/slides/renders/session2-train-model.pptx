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account needed. Training happens in the browser — webcam images stay on the computer; only the trained model gets uploaded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 matters: without it, the AI forces every frame into Rock/Paper/Scissors — even an empty background. Class names are case-sensitive and will be typed again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must be UPLOADED, not just exported. Loading takes a moment — that's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SESSION 2: TRAINING OUR OWN AI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Today's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Train our own AI model — </a:t>
            </a:r>
            <a:br/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and beat the pre-trained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Last time the AI failed us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 we train it on OUR hands, in OUR room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Activity 4.2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Time: 75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2598724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25987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Materials: Computer with webcam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4377" y="5989320"/>
            <a:ext cx="3198571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4377" y="5989320"/>
            <a:ext cx="31985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Webapp: teachablemachine.withgoogle.com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299894"/>
            <a:ext cx="4974336" cy="4166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m-recording-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09622"/>
            <a:ext cx="4754880" cy="39473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 Teachable Machine (5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teachablemachine.withgoogle.com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Select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Image 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Choose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Standard Image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8312" y="2278862"/>
            <a:ext cx="4684471" cy="23917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m-select-image-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388590"/>
            <a:ext cx="4465015" cy="217225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4.2 — Session 2: Training Our Own AI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Create Four Classes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A class is a group the AI learns to recognize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94414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15877"/>
                <a:gridCol w="6878537"/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Class Name</a:t>
                      </a:r>
                    </a:p>
                  </a:txBody>
                  <a:tcPr anchor="ctr" marL="164592" marR="164592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Gesture</a:t>
                      </a:r>
                    </a:p>
                  </a:txBody>
                  <a:tcPr anchor="ctr" marL="164592" marR="164592">
                    <a:solidFill>
                      <a:srgbClr val="00968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Rock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Closed fist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Paper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Open hand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Scissors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Two fingers out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Other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Background, no hand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4.2 — Session 2: Training Our Own AI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Record Training Images (20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Webcam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button next to a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Hold the gesture and click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Record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(hold for continuous capture)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Collect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100-200 images per 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Vary the angle and position; keep the room's real lighting and background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Record how many images per class in Activity 4.2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1511651"/>
            <a:ext cx="4684471" cy="392613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m-recording-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21379"/>
            <a:ext cx="4465015" cy="37066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4.2 — Session 2: Training Our Own AI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Train and Test (20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Train Model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do NOT switch tabs while it runs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Watch the live preview: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confidence bars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show how sure the AI 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Show each gesture — correct? confident?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Mistakes or low confidence → collect more images for that class, train again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Fill in the confidence table in Activity 4.2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2316" y="1353312"/>
            <a:ext cx="2476462" cy="42428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m-confidence-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2044" y="1463040"/>
            <a:ext cx="2257006" cy="402335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4.2 — Session 2: Training Our Own AI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Export and Load Into the Game (10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Export Model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Upload my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Copy the link from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"Your sharable link"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Back in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d.gogoboard.org/rps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: paste into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MODEL URL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box, press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Class names must match exactly — Rock, Paper, Scissors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2792873"/>
            <a:ext cx="4684471" cy="136369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ps-load-custom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902601"/>
            <a:ext cx="4465015" cy="114423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4.2 — Session 2: Training Our Own AI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Compare — and Try to Break It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Play with our model, then compare to Activity 4.1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Fill in the confidence comparison table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Which model works better in our classroom? Why?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Try to make it fail: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what gesture, background, or lighting breaks even OUR model?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Comparison table + "what made our model fail?" in Activity 4.2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4.2 — Session 2: Training Our Own AI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Training data quality is the most important factor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More images, more variety, matching conditions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Our model fails the same WAY the pre-trained one did — just in fewer situations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0CBC4"/>
                </a:solidFill>
                <a:latin typeface="Leelawadee UI"/>
                <a:ea typeface="Leelawadee UI"/>
                <a:cs typeface="Leelawadee UI"/>
              </a:rPr>
              <a:t>Activity 4.2 — Session 2: Training Our Own AI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0CBC4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four reflection questions in Activity 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are the steps of training a classification AI?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Why 100-200 images per class instead of 5-10?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3.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is the difference between the pre-trained model and ours?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4.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 we moved to a different classroom, what would we need to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4.2 — Session 2: Training Our Own AI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